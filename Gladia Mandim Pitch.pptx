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oboto" charset="1" panose="02000000000000000000"/>
      <p:regular r:id="rId14"/>
    </p:embeddedFont>
    <p:embeddedFont>
      <p:font typeface="Arcade Gamer" charset="1" panose="00000000000000000000"/>
      <p:regular r:id="rId15"/>
    </p:embeddedFont>
    <p:embeddedFont>
      <p:font typeface="Roboto Bold" charset="1" panose="02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16.png" Type="http://schemas.openxmlformats.org/officeDocument/2006/relationships/image"/><Relationship Id="rId13" Target="../media/image17.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21.png" Type="http://schemas.openxmlformats.org/officeDocument/2006/relationships/image"/><Relationship Id="rId14" Target="../media/image22.png" Type="http://schemas.openxmlformats.org/officeDocument/2006/relationships/image"/><Relationship Id="rId15" Target="../media/image23.pn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26.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29.pn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30.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1.png" Type="http://schemas.openxmlformats.org/officeDocument/2006/relationships/image"/><Relationship Id="rId15" Target="../media/image2.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18" Target="../media/image39.png" Type="http://schemas.openxmlformats.org/officeDocument/2006/relationships/image"/><Relationship Id="rId19" Target="../media/image40.png" Type="http://schemas.openxmlformats.org/officeDocument/2006/relationships/image"/><Relationship Id="rId2" Target="../media/image7.png" Type="http://schemas.openxmlformats.org/officeDocument/2006/relationships/image"/><Relationship Id="rId20" Target="../media/image41.png" Type="http://schemas.openxmlformats.org/officeDocument/2006/relationships/image"/><Relationship Id="rId21" Target="../media/image42.png" Type="http://schemas.openxmlformats.org/officeDocument/2006/relationships/image"/><Relationship Id="rId22" Target="../media/image29.png" Type="http://schemas.openxmlformats.org/officeDocument/2006/relationships/image"/><Relationship Id="rId23" Target="../media/image43.png" Type="http://schemas.openxmlformats.org/officeDocument/2006/relationships/image"/><Relationship Id="rId24" Target="../media/image44.sv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42.pn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16" Target="../media/image55.png" Type="http://schemas.openxmlformats.org/officeDocument/2006/relationships/image"/><Relationship Id="rId17" Target="../media/image56.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40.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59.png" Type="http://schemas.openxmlformats.org/officeDocument/2006/relationships/image"/><Relationship Id="rId14" Target="../media/image60.svg" Type="http://schemas.openxmlformats.org/officeDocument/2006/relationships/image"/><Relationship Id="rId15" Target="../media/image31.png" Type="http://schemas.openxmlformats.org/officeDocument/2006/relationships/image"/><Relationship Id="rId16" Target="../media/image32.svg" Type="http://schemas.openxmlformats.org/officeDocument/2006/relationships/image"/><Relationship Id="rId17" Target="../media/image61.png" Type="http://schemas.openxmlformats.org/officeDocument/2006/relationships/image"/><Relationship Id="rId18" Target="../media/image18.png" Type="http://schemas.openxmlformats.org/officeDocument/2006/relationships/image"/><Relationship Id="rId19" Target="../media/image17.png" Type="http://schemas.openxmlformats.org/officeDocument/2006/relationships/image"/><Relationship Id="rId2" Target="../media/image7.png" Type="http://schemas.openxmlformats.org/officeDocument/2006/relationships/image"/><Relationship Id="rId20" Target="../media/image62.png" Type="http://schemas.openxmlformats.org/officeDocument/2006/relationships/image"/><Relationship Id="rId3" Target="../media/image8.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40.png" Type="http://schemas.openxmlformats.org/officeDocument/2006/relationships/image"/><Relationship Id="rId9" Target="../media/image5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2" id="32"/>
          <p:cNvGrpSpPr/>
          <p:nvPr/>
        </p:nvGrpSpPr>
        <p:grpSpPr>
          <a:xfrm rot="0">
            <a:off x="15322730" y="2947281"/>
            <a:ext cx="2884548" cy="2988975"/>
            <a:chOff x="0" y="0"/>
            <a:chExt cx="3846063" cy="3985300"/>
          </a:xfrm>
        </p:grpSpPr>
        <p:sp>
          <p:nvSpPr>
            <p:cNvPr name="Freeform 33" id="33"/>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6" id="36"/>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2" id="32"/>
          <p:cNvGrpSpPr/>
          <p:nvPr/>
        </p:nvGrpSpPr>
        <p:grpSpPr>
          <a:xfrm rot="0">
            <a:off x="15322730" y="2947281"/>
            <a:ext cx="2884548" cy="2988975"/>
            <a:chOff x="0" y="0"/>
            <a:chExt cx="3846063" cy="3985300"/>
          </a:xfrm>
        </p:grpSpPr>
        <p:sp>
          <p:nvSpPr>
            <p:cNvPr name="Freeform 33" id="33"/>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6" id="36"/>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false" flipV="false" rot="0">
            <a:off x="2399720" y="2777010"/>
            <a:ext cx="14496644" cy="3769127"/>
          </a:xfrm>
          <a:custGeom>
            <a:avLst/>
            <a:gdLst/>
            <a:ahLst/>
            <a:cxnLst/>
            <a:rect r="r" b="b" t="t" l="l"/>
            <a:pathLst>
              <a:path h="3769127" w="14496644">
                <a:moveTo>
                  <a:pt x="0" y="0"/>
                </a:moveTo>
                <a:lnTo>
                  <a:pt x="14496644" y="0"/>
                </a:lnTo>
                <a:lnTo>
                  <a:pt x="14496644" y="3769127"/>
                </a:lnTo>
                <a:lnTo>
                  <a:pt x="0" y="3769127"/>
                </a:lnTo>
                <a:lnTo>
                  <a:pt x="0" y="0"/>
                </a:lnTo>
                <a:close/>
              </a:path>
            </a:pathLst>
          </a:custGeom>
          <a:blipFill>
            <a:blip r:embed="rId14"/>
            <a:stretch>
              <a:fillRect l="0" t="0" r="0" b="0"/>
            </a:stretch>
          </a:blipFill>
        </p:spPr>
      </p:sp>
    </p:spTree>
  </p:cSld>
  <p:clrMapOvr>
    <a:masterClrMapping/>
  </p:clrMapOvr>
  <p:transition spd="slow">
    <p:circl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1E5B"/>
        </a:solidFill>
      </p:bgPr>
    </p:bg>
    <p:spTree>
      <p:nvGrpSpPr>
        <p:cNvPr id="1" name=""/>
        <p:cNvGrpSpPr/>
        <p:nvPr/>
      </p:nvGrpSpPr>
      <p:grpSpPr>
        <a:xfrm>
          <a:off x="0" y="0"/>
          <a:ext cx="0" cy="0"/>
          <a:chOff x="0" y="0"/>
          <a:chExt cx="0" cy="0"/>
        </a:xfrm>
      </p:grpSpPr>
      <p:grpSp>
        <p:nvGrpSpPr>
          <p:cNvPr name="Group 2" id="2"/>
          <p:cNvGrpSpPr/>
          <p:nvPr/>
        </p:nvGrpSpPr>
        <p:grpSpPr>
          <a:xfrm rot="0">
            <a:off x="0" y="40186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215353" y="150840"/>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000" y="631402"/>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825817" y="12377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2118141" y="573899"/>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7177054" y="1393383"/>
            <a:ext cx="423855" cy="556446"/>
          </a:xfrm>
          <a:custGeom>
            <a:avLst/>
            <a:gdLst/>
            <a:ahLst/>
            <a:cxnLst/>
            <a:rect r="r" b="b" t="t" l="l"/>
            <a:pathLst>
              <a:path h="556446" w="423855">
                <a:moveTo>
                  <a:pt x="0" y="0"/>
                </a:moveTo>
                <a:lnTo>
                  <a:pt x="423855" y="0"/>
                </a:lnTo>
                <a:lnTo>
                  <a:pt x="423855" y="556446"/>
                </a:lnTo>
                <a:lnTo>
                  <a:pt x="0" y="556446"/>
                </a:lnTo>
                <a:lnTo>
                  <a:pt x="0" y="0"/>
                </a:lnTo>
                <a:close/>
              </a:path>
            </a:pathLst>
          </a:custGeom>
          <a:blipFill>
            <a:blip r:embed="rId12"/>
            <a:stretch>
              <a:fillRect l="0" t="0" r="0" b="0"/>
            </a:stretch>
          </a:blipFill>
        </p:spPr>
      </p:sp>
      <p:sp>
        <p:nvSpPr>
          <p:cNvPr name="Freeform 13" id="13"/>
          <p:cNvSpPr/>
          <p:nvPr/>
        </p:nvSpPr>
        <p:spPr>
          <a:xfrm flipH="false" flipV="false" rot="0">
            <a:off x="14258300" y="93613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false" rot="0">
            <a:off x="7960423" y="104676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1508489" y="9161128"/>
            <a:ext cx="8277094" cy="1125872"/>
            <a:chOff x="0" y="0"/>
            <a:chExt cx="11036125" cy="1501163"/>
          </a:xfrm>
        </p:grpSpPr>
        <p:sp>
          <p:nvSpPr>
            <p:cNvPr name="Freeform 16" id="16"/>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19" id="19"/>
          <p:cNvSpPr txBox="true"/>
          <p:nvPr/>
        </p:nvSpPr>
        <p:spPr>
          <a:xfrm rot="0">
            <a:off x="10243815" y="7578806"/>
            <a:ext cx="6978771" cy="677447"/>
          </a:xfrm>
          <a:prstGeom prst="rect">
            <a:avLst/>
          </a:prstGeom>
        </p:spPr>
        <p:txBody>
          <a:bodyPr anchor="t" rtlCol="false" tIns="0" lIns="0" bIns="0" rIns="0">
            <a:spAutoFit/>
          </a:bodyPr>
          <a:lstStyle/>
          <a:p>
            <a:pPr algn="just">
              <a:lnSpc>
                <a:spcPts val="2722"/>
              </a:lnSpc>
              <a:spcBef>
                <a:spcPct val="0"/>
              </a:spcBef>
            </a:pPr>
            <a:r>
              <a:rPr lang="en-US" sz="1944">
                <a:solidFill>
                  <a:srgbClr val="FFFFFF"/>
                </a:solidFill>
                <a:latin typeface="Roboto"/>
                <a:ea typeface="Roboto"/>
                <a:cs typeface="Roboto"/>
                <a:sym typeface="Roboto"/>
              </a:rPr>
              <a:t>Treine, Evolua e Conquiste Mandinhos para recuperar seu melhor amigo.Brenda vai se fuder</a:t>
            </a:r>
          </a:p>
        </p:txBody>
      </p:sp>
      <p:sp>
        <p:nvSpPr>
          <p:cNvPr name="TextBox 20" id="20"/>
          <p:cNvSpPr txBox="true"/>
          <p:nvPr/>
        </p:nvSpPr>
        <p:spPr>
          <a:xfrm rot="0">
            <a:off x="10280529" y="3717846"/>
            <a:ext cx="6978771" cy="4073545"/>
          </a:xfrm>
          <a:prstGeom prst="rect">
            <a:avLst/>
          </a:prstGeom>
        </p:spPr>
        <p:txBody>
          <a:bodyPr anchor="t" rtlCol="false" tIns="0" lIns="0" bIns="0" rIns="0">
            <a:spAutoFit/>
          </a:bodyPr>
          <a:lstStyle/>
          <a:p>
            <a:pPr algn="just">
              <a:lnSpc>
                <a:spcPts val="2722"/>
              </a:lnSpc>
            </a:pPr>
            <a:r>
              <a:rPr lang="en-US" sz="1944">
                <a:solidFill>
                  <a:srgbClr val="FFFFFF"/>
                </a:solidFill>
                <a:latin typeface="Roboto"/>
                <a:ea typeface="Roboto"/>
                <a:cs typeface="Roboto"/>
                <a:sym typeface="Roboto"/>
              </a:rPr>
              <a:t>Após o fim desse torneio, é anunciada uma atualização nas regras da competição, permitindo batalhas em duplas, no formato 2x2, tornando-o o primeiro torneio de Mandinhos™ a permitir esse tipo de batalha.</a:t>
            </a:r>
          </a:p>
          <a:p>
            <a:pPr algn="just">
              <a:lnSpc>
                <a:spcPts val="2722"/>
              </a:lnSpc>
            </a:pPr>
            <a:r>
              <a:rPr lang="en-US" sz="1944">
                <a:solidFill>
                  <a:srgbClr val="FFFFFF"/>
                </a:solidFill>
                <a:latin typeface="Roboto"/>
                <a:ea typeface="Roboto"/>
                <a:cs typeface="Roboto"/>
                <a:sym typeface="Roboto"/>
              </a:rPr>
              <a:t>Também é anunciado que a mulher que derrotou você no torneio anterior participará desta nova competição, dando a você uma última chance de recuperar seu fiel companheiro.</a:t>
            </a:r>
          </a:p>
          <a:p>
            <a:pPr algn="just">
              <a:lnSpc>
                <a:spcPts val="2722"/>
              </a:lnSpc>
            </a:pPr>
            <a:r>
              <a:rPr lang="en-US" sz="1944">
                <a:solidFill>
                  <a:srgbClr val="FFFFFF"/>
                </a:solidFill>
                <a:latin typeface="Roboto"/>
                <a:ea typeface="Roboto"/>
                <a:cs typeface="Roboto"/>
                <a:sym typeface="Roboto"/>
              </a:rPr>
              <a:t>Determinado a aproveitar essa oportunidade, você decide entrar no torneio ao lado de um novo Mandinho™, com dois objetivos em mente: recuperar seu melhor amigo e se vingar pela derrota que sofreu.</a:t>
            </a:r>
          </a:p>
          <a:p>
            <a:pPr algn="just">
              <a:lnSpc>
                <a:spcPts val="2722"/>
              </a:lnSpc>
              <a:spcBef>
                <a:spcPct val="0"/>
              </a:spcBef>
            </a:pPr>
          </a:p>
        </p:txBody>
      </p:sp>
      <p:sp>
        <p:nvSpPr>
          <p:cNvPr name="Freeform 21" id="21"/>
          <p:cNvSpPr/>
          <p:nvPr/>
        </p:nvSpPr>
        <p:spPr>
          <a:xfrm flipH="true" flipV="false" rot="0">
            <a:off x="13487894" y="7082824"/>
            <a:ext cx="3771406" cy="3771406"/>
          </a:xfrm>
          <a:custGeom>
            <a:avLst/>
            <a:gdLst/>
            <a:ahLst/>
            <a:cxnLst/>
            <a:rect r="r" b="b" t="t" l="l"/>
            <a:pathLst>
              <a:path h="3771406" w="3771406">
                <a:moveTo>
                  <a:pt x="3771406" y="0"/>
                </a:moveTo>
                <a:lnTo>
                  <a:pt x="0" y="0"/>
                </a:lnTo>
                <a:lnTo>
                  <a:pt x="0" y="3771405"/>
                </a:lnTo>
                <a:lnTo>
                  <a:pt x="3771406" y="3771405"/>
                </a:lnTo>
                <a:lnTo>
                  <a:pt x="3771406" y="0"/>
                </a:lnTo>
                <a:close/>
              </a:path>
            </a:pathLst>
          </a:custGeom>
          <a:blipFill>
            <a:blip r:embed="rId13"/>
            <a:stretch>
              <a:fillRect l="0" t="0" r="0" b="0"/>
            </a:stretch>
          </a:blipFill>
        </p:spPr>
      </p:sp>
      <p:sp>
        <p:nvSpPr>
          <p:cNvPr name="TextBox 22" id="22"/>
          <p:cNvSpPr txBox="true"/>
          <p:nvPr/>
        </p:nvSpPr>
        <p:spPr>
          <a:xfrm rot="0">
            <a:off x="3078533" y="226150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SOBRE O JOGO</a:t>
            </a:r>
          </a:p>
        </p:txBody>
      </p:sp>
      <p:sp>
        <p:nvSpPr>
          <p:cNvPr name="TextBox 23" id="23"/>
          <p:cNvSpPr txBox="true"/>
          <p:nvPr/>
        </p:nvSpPr>
        <p:spPr>
          <a:xfrm rot="0">
            <a:off x="1330850" y="3429900"/>
            <a:ext cx="6978771" cy="6111204"/>
          </a:xfrm>
          <a:prstGeom prst="rect">
            <a:avLst/>
          </a:prstGeom>
        </p:spPr>
        <p:txBody>
          <a:bodyPr anchor="t" rtlCol="false" tIns="0" lIns="0" bIns="0" rIns="0">
            <a:spAutoFit/>
          </a:bodyPr>
          <a:lstStyle/>
          <a:p>
            <a:pPr algn="just">
              <a:lnSpc>
                <a:spcPts val="2722"/>
              </a:lnSpc>
            </a:pPr>
            <a:r>
              <a:rPr lang="en-US" sz="1944">
                <a:solidFill>
                  <a:srgbClr val="FFFFFF"/>
                </a:solidFill>
                <a:latin typeface="Roboto"/>
                <a:ea typeface="Roboto"/>
                <a:cs typeface="Roboto"/>
                <a:sym typeface="Roboto"/>
              </a:rPr>
              <a:t>Você é um jovem treinador de Mandinhos™, talentoso por natureza. Mesmo com pouca experiência, venceu inúmeras competições ao lado de seu melhor amigo e companheiro, {mandinho}. Suas vitórias fizeram com que você se tornasse convencido e extremamente arrogante de que jamais poderia ser derrotado.</a:t>
            </a:r>
          </a:p>
          <a:p>
            <a:pPr algn="just">
              <a:lnSpc>
                <a:spcPts val="2722"/>
              </a:lnSpc>
            </a:pPr>
            <a:r>
              <a:rPr lang="en-US" sz="1944">
                <a:solidFill>
                  <a:srgbClr val="FFFFFF"/>
                </a:solidFill>
                <a:latin typeface="Roboto"/>
                <a:ea typeface="Roboto"/>
                <a:cs typeface="Roboto"/>
                <a:sym typeface="Roboto"/>
              </a:rPr>
              <a:t>Determinado a provar seu valor, você decide se inscrever na maior competição de Mandinhos™ do mundo, onde o perdedor é obrigado a passar a posse do Mandinho™ que batalhou ao vencedor.</a:t>
            </a:r>
          </a:p>
          <a:p>
            <a:pPr algn="just">
              <a:lnSpc>
                <a:spcPts val="2722"/>
              </a:lnSpc>
            </a:pPr>
            <a:r>
              <a:rPr lang="en-US" sz="1944">
                <a:solidFill>
                  <a:srgbClr val="FFFFFF"/>
                </a:solidFill>
                <a:latin typeface="Roboto"/>
                <a:ea typeface="Roboto"/>
                <a:cs typeface="Roboto"/>
                <a:sym typeface="Roboto"/>
              </a:rPr>
              <a:t>Após avançar pelas etapas sem grandes dificuldades, você chega à final, onde enfrenta sua rival: uma veterana em batalhas e no treinamento de Mandinhos™, cujo objetivo é vencer todos os maiores torneios do mundo.</a:t>
            </a:r>
          </a:p>
          <a:p>
            <a:pPr algn="just">
              <a:lnSpc>
                <a:spcPts val="2722"/>
              </a:lnSpc>
            </a:pPr>
            <a:r>
              <a:rPr lang="en-US" sz="1944">
                <a:solidFill>
                  <a:srgbClr val="FFFFFF"/>
                </a:solidFill>
                <a:latin typeface="Roboto"/>
                <a:ea typeface="Roboto"/>
                <a:cs typeface="Roboto"/>
                <a:sym typeface="Roboto"/>
              </a:rPr>
              <a:t>Depois de uma batalha árdua e intensa, você acaba derrotado.</a:t>
            </a:r>
          </a:p>
          <a:p>
            <a:pPr algn="just">
              <a:lnSpc>
                <a:spcPts val="2722"/>
              </a:lnSpc>
            </a:pPr>
            <a:r>
              <a:rPr lang="en-US" sz="1944">
                <a:solidFill>
                  <a:srgbClr val="FFFFFF"/>
                </a:solidFill>
                <a:latin typeface="Roboto"/>
                <a:ea typeface="Roboto"/>
                <a:cs typeface="Roboto"/>
                <a:sym typeface="Roboto"/>
              </a:rPr>
              <a:t>Como consequência, você perde seu melhor amigo e companheiro, {mandinho}.</a:t>
            </a:r>
          </a:p>
          <a:p>
            <a:pPr algn="just">
              <a:lnSpc>
                <a:spcPts val="2722"/>
              </a:lnSpc>
              <a:spcBef>
                <a:spcPct val="0"/>
              </a:spcBef>
            </a:pPr>
          </a:p>
        </p:txBody>
      </p:sp>
    </p:spTree>
  </p:cSld>
  <p:clrMapOvr>
    <a:masterClrMapping/>
  </p:clrMapOvr>
  <p:transition spd="fast">
    <p:circl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376E"/>
        </a:solidFill>
      </p:bgPr>
    </p:bg>
    <p:spTree>
      <p:nvGrpSpPr>
        <p:cNvPr id="1" name=""/>
        <p:cNvGrpSpPr/>
        <p:nvPr/>
      </p:nvGrpSpPr>
      <p:grpSpPr>
        <a:xfrm>
          <a:off x="0" y="0"/>
          <a:ext cx="0" cy="0"/>
          <a:chOff x="0" y="0"/>
          <a:chExt cx="0" cy="0"/>
        </a:xfrm>
      </p:grpSpPr>
      <p:grpSp>
        <p:nvGrpSpPr>
          <p:cNvPr name="Group 2" id="2"/>
          <p:cNvGrpSpPr/>
          <p:nvPr/>
        </p:nvGrpSpPr>
        <p:grpSpPr>
          <a:xfrm rot="0">
            <a:off x="-379050" y="4236802"/>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3243231" y="942641"/>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008517" y="1142371"/>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243231" y="6951639"/>
            <a:ext cx="4248369" cy="4904354"/>
          </a:xfrm>
          <a:custGeom>
            <a:avLst/>
            <a:gdLst/>
            <a:ahLst/>
            <a:cxnLst/>
            <a:rect r="r" b="b" t="t" l="l"/>
            <a:pathLst>
              <a:path h="4904354" w="4248369">
                <a:moveTo>
                  <a:pt x="4248369" y="0"/>
                </a:moveTo>
                <a:lnTo>
                  <a:pt x="0" y="0"/>
                </a:lnTo>
                <a:lnTo>
                  <a:pt x="0" y="4904354"/>
                </a:lnTo>
                <a:lnTo>
                  <a:pt x="4248369" y="4904354"/>
                </a:lnTo>
                <a:lnTo>
                  <a:pt x="4248369" y="0"/>
                </a:lnTo>
                <a:close/>
              </a:path>
            </a:pathLst>
          </a:custGeom>
          <a:blipFill>
            <a:blip r:embed="rId8"/>
            <a:stretch>
              <a:fillRect l="0" t="0" r="-15440" b="0"/>
            </a:stretch>
          </a:blipFill>
        </p:spPr>
      </p:sp>
      <p:sp>
        <p:nvSpPr>
          <p:cNvPr name="Freeform 8" id="8"/>
          <p:cNvSpPr/>
          <p:nvPr/>
        </p:nvSpPr>
        <p:spPr>
          <a:xfrm flipH="false" flipV="false" rot="0">
            <a:off x="11312871" y="9211106"/>
            <a:ext cx="3526583" cy="1025915"/>
          </a:xfrm>
          <a:custGeom>
            <a:avLst/>
            <a:gdLst/>
            <a:ahLst/>
            <a:cxnLst/>
            <a:rect r="r" b="b" t="t" l="l"/>
            <a:pathLst>
              <a:path h="1025915" w="3526583">
                <a:moveTo>
                  <a:pt x="0" y="0"/>
                </a:moveTo>
                <a:lnTo>
                  <a:pt x="3526583" y="0"/>
                </a:lnTo>
                <a:lnTo>
                  <a:pt x="3526583" y="1025915"/>
                </a:lnTo>
                <a:lnTo>
                  <a:pt x="0" y="10259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020429"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99654" y="8982851"/>
            <a:ext cx="4234185" cy="1231763"/>
          </a:xfrm>
          <a:custGeom>
            <a:avLst/>
            <a:gdLst/>
            <a:ahLst/>
            <a:cxnLst/>
            <a:rect r="r" b="b" t="t" l="l"/>
            <a:pathLst>
              <a:path h="1231763" w="4234185">
                <a:moveTo>
                  <a:pt x="0" y="0"/>
                </a:moveTo>
                <a:lnTo>
                  <a:pt x="4234185" y="0"/>
                </a:lnTo>
                <a:lnTo>
                  <a:pt x="4234185" y="1231764"/>
                </a:lnTo>
                <a:lnTo>
                  <a:pt x="0" y="12317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3165804"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6815142" y="1682960"/>
            <a:ext cx="3890591" cy="693233"/>
          </a:xfrm>
          <a:custGeom>
            <a:avLst/>
            <a:gdLst/>
            <a:ahLst/>
            <a:cxnLst/>
            <a:rect r="r" b="b" t="t" l="l"/>
            <a:pathLst>
              <a:path h="693233" w="3890591">
                <a:moveTo>
                  <a:pt x="0" y="0"/>
                </a:moveTo>
                <a:lnTo>
                  <a:pt x="3890592" y="0"/>
                </a:lnTo>
                <a:lnTo>
                  <a:pt x="3890592" y="693232"/>
                </a:lnTo>
                <a:lnTo>
                  <a:pt x="0" y="69323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7554554" y="3430915"/>
            <a:ext cx="3468370" cy="346837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0" t="0" r="0" b="0"/>
              </a:stretch>
            </a:blipFill>
          </p:spPr>
        </p:sp>
      </p:grpSp>
      <p:grpSp>
        <p:nvGrpSpPr>
          <p:cNvPr name="Group 15" id="15"/>
          <p:cNvGrpSpPr/>
          <p:nvPr/>
        </p:nvGrpSpPr>
        <p:grpSpPr>
          <a:xfrm rot="0">
            <a:off x="1289027" y="3578648"/>
            <a:ext cx="3675509" cy="3320637"/>
            <a:chOff x="0" y="0"/>
            <a:chExt cx="899663" cy="812800"/>
          </a:xfrm>
        </p:grpSpPr>
        <p:sp>
          <p:nvSpPr>
            <p:cNvPr name="Freeform 16" id="16"/>
            <p:cNvSpPr/>
            <p:nvPr/>
          </p:nvSpPr>
          <p:spPr>
            <a:xfrm flipH="false" flipV="false" rot="0">
              <a:off x="0" y="0"/>
              <a:ext cx="899663" cy="812800"/>
            </a:xfrm>
            <a:custGeom>
              <a:avLst/>
              <a:gdLst/>
              <a:ahLst/>
              <a:cxnLst/>
              <a:rect r="r" b="b" t="t" l="l"/>
              <a:pathLst>
                <a:path h="812800" w="899663">
                  <a:moveTo>
                    <a:pt x="449831" y="0"/>
                  </a:moveTo>
                  <a:cubicBezTo>
                    <a:pt x="201396" y="0"/>
                    <a:pt x="0" y="181951"/>
                    <a:pt x="0" y="406400"/>
                  </a:cubicBezTo>
                  <a:cubicBezTo>
                    <a:pt x="0" y="630849"/>
                    <a:pt x="201396" y="812800"/>
                    <a:pt x="449831" y="812800"/>
                  </a:cubicBezTo>
                  <a:cubicBezTo>
                    <a:pt x="698266" y="812800"/>
                    <a:pt x="899663" y="630849"/>
                    <a:pt x="899663" y="406400"/>
                  </a:cubicBezTo>
                  <a:cubicBezTo>
                    <a:pt x="899663" y="181951"/>
                    <a:pt x="698266" y="0"/>
                    <a:pt x="449831" y="0"/>
                  </a:cubicBezTo>
                  <a:close/>
                </a:path>
              </a:pathLst>
            </a:custGeom>
            <a:blipFill>
              <a:blip r:embed="rId14"/>
              <a:stretch>
                <a:fillRect l="-7935" t="0" r="-7935" b="0"/>
              </a:stretch>
            </a:blipFill>
          </p:spPr>
        </p:sp>
      </p:grpSp>
      <p:sp>
        <p:nvSpPr>
          <p:cNvPr name="Freeform 17" id="17"/>
          <p:cNvSpPr/>
          <p:nvPr/>
        </p:nvSpPr>
        <p:spPr>
          <a:xfrm flipH="false" flipV="false" rot="0">
            <a:off x="5584009" y="4578079"/>
            <a:ext cx="1351071" cy="1130841"/>
          </a:xfrm>
          <a:custGeom>
            <a:avLst/>
            <a:gdLst/>
            <a:ahLst/>
            <a:cxnLst/>
            <a:rect r="r" b="b" t="t" l="l"/>
            <a:pathLst>
              <a:path h="1130841" w="1351071">
                <a:moveTo>
                  <a:pt x="0" y="0"/>
                </a:moveTo>
                <a:lnTo>
                  <a:pt x="1351071" y="0"/>
                </a:lnTo>
                <a:lnTo>
                  <a:pt x="1351071" y="1130842"/>
                </a:lnTo>
                <a:lnTo>
                  <a:pt x="0" y="1130842"/>
                </a:lnTo>
                <a:lnTo>
                  <a:pt x="0" y="0"/>
                </a:lnTo>
                <a:close/>
              </a:path>
            </a:pathLst>
          </a:custGeom>
          <a:blipFill>
            <a:blip r:embed="rId15"/>
            <a:stretch>
              <a:fillRect l="0" t="0" r="0" b="0"/>
            </a:stretch>
          </a:blipFill>
        </p:spPr>
      </p:sp>
      <p:sp>
        <p:nvSpPr>
          <p:cNvPr name="TextBox 18" id="18"/>
          <p:cNvSpPr txBox="true"/>
          <p:nvPr/>
        </p:nvSpPr>
        <p:spPr>
          <a:xfrm rot="0">
            <a:off x="330883" y="1151148"/>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REFERÊNCIAS</a:t>
            </a:r>
          </a:p>
        </p:txBody>
      </p:sp>
      <p:sp>
        <p:nvSpPr>
          <p:cNvPr name="Freeform 19" id="19"/>
          <p:cNvSpPr/>
          <p:nvPr/>
        </p:nvSpPr>
        <p:spPr>
          <a:xfrm flipH="false" flipV="false" rot="0">
            <a:off x="12756474" y="4851303"/>
            <a:ext cx="5129322" cy="5435697"/>
          </a:xfrm>
          <a:custGeom>
            <a:avLst/>
            <a:gdLst/>
            <a:ahLst/>
            <a:cxnLst/>
            <a:rect r="r" b="b" t="t" l="l"/>
            <a:pathLst>
              <a:path h="5435697" w="5129322">
                <a:moveTo>
                  <a:pt x="0" y="0"/>
                </a:moveTo>
                <a:lnTo>
                  <a:pt x="5129322" y="0"/>
                </a:lnTo>
                <a:lnTo>
                  <a:pt x="5129322" y="5435697"/>
                </a:lnTo>
                <a:lnTo>
                  <a:pt x="0" y="54356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1892160" y="4578079"/>
            <a:ext cx="1351071" cy="1130841"/>
          </a:xfrm>
          <a:custGeom>
            <a:avLst/>
            <a:gdLst/>
            <a:ahLst/>
            <a:cxnLst/>
            <a:rect r="r" b="b" t="t" l="l"/>
            <a:pathLst>
              <a:path h="1130841" w="1351071">
                <a:moveTo>
                  <a:pt x="0" y="0"/>
                </a:moveTo>
                <a:lnTo>
                  <a:pt x="1351071" y="0"/>
                </a:lnTo>
                <a:lnTo>
                  <a:pt x="1351071" y="1130842"/>
                </a:lnTo>
                <a:lnTo>
                  <a:pt x="0" y="1130842"/>
                </a:lnTo>
                <a:lnTo>
                  <a:pt x="0" y="0"/>
                </a:lnTo>
                <a:close/>
              </a:path>
            </a:pathLst>
          </a:custGeom>
          <a:blipFill>
            <a:blip r:embed="rId15"/>
            <a:stretch>
              <a:fillRect l="0" t="0" r="0" b="0"/>
            </a:stretch>
          </a:blipFill>
        </p:spPr>
      </p:sp>
      <p:grpSp>
        <p:nvGrpSpPr>
          <p:cNvPr name="Group 21" id="21"/>
          <p:cNvGrpSpPr/>
          <p:nvPr/>
        </p:nvGrpSpPr>
        <p:grpSpPr>
          <a:xfrm rot="0">
            <a:off x="13810498" y="3378561"/>
            <a:ext cx="3553856" cy="3573077"/>
            <a:chOff x="0" y="0"/>
            <a:chExt cx="808428" cy="812800"/>
          </a:xfrm>
        </p:grpSpPr>
        <p:sp>
          <p:nvSpPr>
            <p:cNvPr name="Freeform 22" id="22"/>
            <p:cNvSpPr/>
            <p:nvPr/>
          </p:nvSpPr>
          <p:spPr>
            <a:xfrm flipH="false" flipV="false" rot="0">
              <a:off x="0" y="0"/>
              <a:ext cx="808428" cy="812800"/>
            </a:xfrm>
            <a:custGeom>
              <a:avLst/>
              <a:gdLst/>
              <a:ahLst/>
              <a:cxnLst/>
              <a:rect r="r" b="b" t="t" l="l"/>
              <a:pathLst>
                <a:path h="812800" w="808428">
                  <a:moveTo>
                    <a:pt x="404214" y="0"/>
                  </a:moveTo>
                  <a:cubicBezTo>
                    <a:pt x="180973" y="0"/>
                    <a:pt x="0" y="181951"/>
                    <a:pt x="0" y="406400"/>
                  </a:cubicBezTo>
                  <a:cubicBezTo>
                    <a:pt x="0" y="630849"/>
                    <a:pt x="180973" y="812800"/>
                    <a:pt x="404214" y="812800"/>
                  </a:cubicBezTo>
                  <a:cubicBezTo>
                    <a:pt x="627455" y="812800"/>
                    <a:pt x="808428" y="630849"/>
                    <a:pt x="808428" y="406400"/>
                  </a:cubicBezTo>
                  <a:cubicBezTo>
                    <a:pt x="808428" y="181951"/>
                    <a:pt x="627455" y="0"/>
                    <a:pt x="404214" y="0"/>
                  </a:cubicBezTo>
                  <a:close/>
                </a:path>
              </a:pathLst>
            </a:custGeom>
            <a:blipFill>
              <a:blip r:embed="rId18"/>
              <a:stretch>
                <a:fillRect l="-270" t="0" r="-27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567E"/>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6536" y="5679519"/>
            <a:ext cx="3543572" cy="4607481"/>
          </a:xfrm>
          <a:custGeom>
            <a:avLst/>
            <a:gdLst/>
            <a:ahLst/>
            <a:cxnLst/>
            <a:rect r="r" b="b" t="t" l="l"/>
            <a:pathLst>
              <a:path h="4607481" w="3543572">
                <a:moveTo>
                  <a:pt x="0" y="0"/>
                </a:moveTo>
                <a:lnTo>
                  <a:pt x="3543571" y="0"/>
                </a:lnTo>
                <a:lnTo>
                  <a:pt x="3543571" y="4607481"/>
                </a:lnTo>
                <a:lnTo>
                  <a:pt x="0" y="4607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96685" y="730459"/>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32871" y="763448"/>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6386437" y="2124489"/>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978908" y="6231600"/>
            <a:ext cx="3026700" cy="6053399"/>
          </a:xfrm>
          <a:custGeom>
            <a:avLst/>
            <a:gdLst/>
            <a:ahLst/>
            <a:cxnLst/>
            <a:rect r="r" b="b" t="t" l="l"/>
            <a:pathLst>
              <a:path h="6053399" w="3026700">
                <a:moveTo>
                  <a:pt x="0" y="0"/>
                </a:moveTo>
                <a:lnTo>
                  <a:pt x="3026700" y="0"/>
                </a:lnTo>
                <a:lnTo>
                  <a:pt x="3026700" y="6053400"/>
                </a:lnTo>
                <a:lnTo>
                  <a:pt x="0" y="6053400"/>
                </a:lnTo>
                <a:lnTo>
                  <a:pt x="0" y="0"/>
                </a:lnTo>
                <a:close/>
              </a:path>
            </a:pathLst>
          </a:custGeom>
          <a:blipFill>
            <a:blip r:embed="rId12"/>
            <a:stretch>
              <a:fillRect l="0" t="0" r="0" b="0"/>
            </a:stretch>
          </a:blipFill>
        </p:spPr>
      </p:sp>
      <p:sp>
        <p:nvSpPr>
          <p:cNvPr name="Freeform 11" id="11"/>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14478346" y="9161128"/>
            <a:ext cx="2537827" cy="1125872"/>
          </a:xfrm>
          <a:custGeom>
            <a:avLst/>
            <a:gdLst/>
            <a:ahLst/>
            <a:cxnLst/>
            <a:rect r="r" b="b" t="t" l="l"/>
            <a:pathLst>
              <a:path h="1125872" w="2537827">
                <a:moveTo>
                  <a:pt x="0" y="0"/>
                </a:moveTo>
                <a:lnTo>
                  <a:pt x="2537826" y="0"/>
                </a:lnTo>
                <a:lnTo>
                  <a:pt x="2537826"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17473372"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8416768" y="2603450"/>
            <a:ext cx="10077554" cy="5474227"/>
          </a:xfrm>
          <a:custGeom>
            <a:avLst/>
            <a:gdLst/>
            <a:ahLst/>
            <a:cxnLst/>
            <a:rect r="r" b="b" t="t" l="l"/>
            <a:pathLst>
              <a:path h="5474227" w="10077554">
                <a:moveTo>
                  <a:pt x="0" y="0"/>
                </a:moveTo>
                <a:lnTo>
                  <a:pt x="10077554" y="0"/>
                </a:lnTo>
                <a:lnTo>
                  <a:pt x="10077554" y="5474226"/>
                </a:lnTo>
                <a:lnTo>
                  <a:pt x="0" y="5474226"/>
                </a:lnTo>
                <a:lnTo>
                  <a:pt x="0" y="0"/>
                </a:lnTo>
                <a:close/>
              </a:path>
            </a:pathLst>
          </a:custGeom>
          <a:blipFill>
            <a:blip r:embed="rId15"/>
            <a:stretch>
              <a:fillRect l="0" t="0" r="0" b="0"/>
            </a:stretch>
          </a:blipFill>
        </p:spPr>
      </p:sp>
      <p:sp>
        <p:nvSpPr>
          <p:cNvPr name="TextBox 15" id="15"/>
          <p:cNvSpPr txBox="true"/>
          <p:nvPr/>
        </p:nvSpPr>
        <p:spPr>
          <a:xfrm rot="0">
            <a:off x="418664" y="1972089"/>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TREINAMENTO</a:t>
            </a:r>
          </a:p>
        </p:txBody>
      </p:sp>
      <p:sp>
        <p:nvSpPr>
          <p:cNvPr name="TextBox 16" id="16"/>
          <p:cNvSpPr txBox="true"/>
          <p:nvPr/>
        </p:nvSpPr>
        <p:spPr>
          <a:xfrm rot="0">
            <a:off x="240321" y="3302413"/>
            <a:ext cx="8176447" cy="2377106"/>
          </a:xfrm>
          <a:prstGeom prst="rect">
            <a:avLst/>
          </a:prstGeom>
        </p:spPr>
        <p:txBody>
          <a:bodyPr anchor="t" rtlCol="false" tIns="0" lIns="0" bIns="0" rIns="0">
            <a:spAutoFit/>
          </a:bodyPr>
          <a:lstStyle/>
          <a:p>
            <a:pPr algn="just">
              <a:lnSpc>
                <a:spcPts val="3189"/>
              </a:lnSpc>
            </a:pPr>
            <a:r>
              <a:rPr lang="en-US" sz="2278">
                <a:solidFill>
                  <a:srgbClr val="FFFFFF"/>
                </a:solidFill>
                <a:latin typeface="Roboto"/>
                <a:ea typeface="Roboto"/>
                <a:cs typeface="Roboto"/>
                <a:sym typeface="Roboto"/>
              </a:rPr>
              <a:t>Você poderá treinar seus Mandinhos™ com diferentes equipamentos, que aumentarão status como força, ataque especial e velocidade.</a:t>
            </a:r>
          </a:p>
          <a:p>
            <a:pPr algn="just">
              <a:lnSpc>
                <a:spcPts val="3189"/>
              </a:lnSpc>
            </a:pPr>
          </a:p>
          <a:p>
            <a:pPr algn="just">
              <a:lnSpc>
                <a:spcPts val="3189"/>
              </a:lnSpc>
              <a:spcBef>
                <a:spcPct val="0"/>
              </a:spcBef>
            </a:pPr>
            <a:r>
              <a:rPr lang="en-US" sz="2278">
                <a:solidFill>
                  <a:srgbClr val="FFFFFF"/>
                </a:solidFill>
                <a:latin typeface="Roboto"/>
                <a:ea typeface="Roboto"/>
                <a:cs typeface="Roboto"/>
                <a:sym typeface="Roboto"/>
              </a:rPr>
              <a:t>Ao conseguir uma quantidade de status o Mandinho irá evoluir, mudando sua aparência e ganhando novas habilidades.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487C6"/>
        </a:solidFill>
      </p:bgPr>
    </p:bg>
    <p:spTree>
      <p:nvGrpSpPr>
        <p:cNvPr id="1" name=""/>
        <p:cNvGrpSpPr/>
        <p:nvPr/>
      </p:nvGrpSpPr>
      <p:grpSpPr>
        <a:xfrm>
          <a:off x="0" y="0"/>
          <a:ext cx="0" cy="0"/>
          <a:chOff x="0" y="0"/>
          <a:chExt cx="0" cy="0"/>
        </a:xfrm>
      </p:grpSpPr>
      <p:grpSp>
        <p:nvGrpSpPr>
          <p:cNvPr name="Group 2" id="2"/>
          <p:cNvGrpSpPr/>
          <p:nvPr/>
        </p:nvGrpSpPr>
        <p:grpSpPr>
          <a:xfrm rot="0">
            <a:off x="-380071" y="23755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8038242" y="5531258"/>
            <a:ext cx="2173870" cy="2173870"/>
          </a:xfrm>
          <a:custGeom>
            <a:avLst/>
            <a:gdLst/>
            <a:ahLst/>
            <a:cxnLst/>
            <a:rect r="r" b="b" t="t" l="l"/>
            <a:pathLst>
              <a:path h="2173870" w="2173870">
                <a:moveTo>
                  <a:pt x="0" y="0"/>
                </a:moveTo>
                <a:lnTo>
                  <a:pt x="2173869" y="0"/>
                </a:lnTo>
                <a:lnTo>
                  <a:pt x="2173869"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62701"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3902"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0" y="1005745"/>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841692" y="134401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true" flipV="false" rot="0">
            <a:off x="10806936" y="1682275"/>
            <a:ext cx="3890591" cy="693233"/>
          </a:xfrm>
          <a:custGeom>
            <a:avLst/>
            <a:gdLst/>
            <a:ahLst/>
            <a:cxnLst/>
            <a:rect r="r" b="b" t="t" l="l"/>
            <a:pathLst>
              <a:path h="693233" w="3890591">
                <a:moveTo>
                  <a:pt x="3890592" y="0"/>
                </a:moveTo>
                <a:lnTo>
                  <a:pt x="0" y="0"/>
                </a:lnTo>
                <a:lnTo>
                  <a:pt x="0" y="693232"/>
                </a:lnTo>
                <a:lnTo>
                  <a:pt x="3890592" y="693232"/>
                </a:lnTo>
                <a:lnTo>
                  <a:pt x="3890592"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6545510" y="5855538"/>
            <a:ext cx="4069227" cy="4069227"/>
          </a:xfrm>
          <a:custGeom>
            <a:avLst/>
            <a:gdLst/>
            <a:ahLst/>
            <a:cxnLst/>
            <a:rect r="r" b="b" t="t" l="l"/>
            <a:pathLst>
              <a:path h="4069227" w="4069227">
                <a:moveTo>
                  <a:pt x="0" y="0"/>
                </a:moveTo>
                <a:lnTo>
                  <a:pt x="4069227" y="0"/>
                </a:lnTo>
                <a:lnTo>
                  <a:pt x="4069227" y="4069227"/>
                </a:lnTo>
                <a:lnTo>
                  <a:pt x="0" y="4069227"/>
                </a:lnTo>
                <a:lnTo>
                  <a:pt x="0" y="0"/>
                </a:lnTo>
                <a:close/>
              </a:path>
            </a:pathLst>
          </a:custGeom>
          <a:blipFill>
            <a:blip r:embed="rId18"/>
            <a:stretch>
              <a:fillRect l="0" t="0" r="0" b="0"/>
            </a:stretch>
          </a:blipFill>
        </p:spPr>
      </p:sp>
      <p:sp>
        <p:nvSpPr>
          <p:cNvPr name="TextBox 14" id="14"/>
          <p:cNvSpPr txBox="true"/>
          <p:nvPr/>
        </p:nvSpPr>
        <p:spPr>
          <a:xfrm rot="0">
            <a:off x="3060495" y="49904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BATALHAS</a:t>
            </a:r>
          </a:p>
        </p:txBody>
      </p:sp>
      <p:sp>
        <p:nvSpPr>
          <p:cNvPr name="Freeform 15" id="15"/>
          <p:cNvSpPr/>
          <p:nvPr/>
        </p:nvSpPr>
        <p:spPr>
          <a:xfrm flipH="false" flipV="false" rot="0">
            <a:off x="-2990107" y="178125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19"/>
            <a:stretch>
              <a:fillRect l="0" t="0" r="0" b="0"/>
            </a:stretch>
          </a:blipFill>
        </p:spPr>
      </p:sp>
      <p:sp>
        <p:nvSpPr>
          <p:cNvPr name="TextBox 16" id="16"/>
          <p:cNvSpPr txBox="true"/>
          <p:nvPr/>
        </p:nvSpPr>
        <p:spPr>
          <a:xfrm rot="0">
            <a:off x="2456999" y="4181787"/>
            <a:ext cx="7120244" cy="1383203"/>
          </a:xfrm>
          <a:prstGeom prst="rect">
            <a:avLst/>
          </a:prstGeom>
        </p:spPr>
        <p:txBody>
          <a:bodyPr anchor="t" rtlCol="false" tIns="0" lIns="0" bIns="0" rIns="0">
            <a:spAutoFit/>
          </a:bodyPr>
          <a:lstStyle/>
          <a:p>
            <a:pPr algn="just">
              <a:lnSpc>
                <a:spcPts val="2777"/>
              </a:lnSpc>
              <a:spcBef>
                <a:spcPct val="0"/>
              </a:spcBef>
            </a:pPr>
            <a:r>
              <a:rPr lang="en-US" sz="1984">
                <a:solidFill>
                  <a:srgbClr val="FFFFFF"/>
                </a:solidFill>
                <a:latin typeface="Roboto"/>
                <a:ea typeface="Roboto"/>
                <a:cs typeface="Roboto"/>
                <a:sym typeface="Roboto"/>
              </a:rPr>
              <a:t>O sistema de batalhas será um autobattle com visão superior da arena, no qual os Mandinhos™ usarão ataques à curta e longa distância e se moverão automaticamente como desejarem</a:t>
            </a:r>
          </a:p>
        </p:txBody>
      </p:sp>
      <p:sp>
        <p:nvSpPr>
          <p:cNvPr name="Freeform 17" id="17"/>
          <p:cNvSpPr/>
          <p:nvPr/>
        </p:nvSpPr>
        <p:spPr>
          <a:xfrm flipH="false" flipV="false" rot="0">
            <a:off x="10614737" y="3387241"/>
            <a:ext cx="6803952" cy="3963093"/>
          </a:xfrm>
          <a:custGeom>
            <a:avLst/>
            <a:gdLst/>
            <a:ahLst/>
            <a:cxnLst/>
            <a:rect r="r" b="b" t="t" l="l"/>
            <a:pathLst>
              <a:path h="3963093" w="6803952">
                <a:moveTo>
                  <a:pt x="0" y="0"/>
                </a:moveTo>
                <a:lnTo>
                  <a:pt x="6803951" y="0"/>
                </a:lnTo>
                <a:lnTo>
                  <a:pt x="6803951" y="3963094"/>
                </a:lnTo>
                <a:lnTo>
                  <a:pt x="0" y="3963094"/>
                </a:lnTo>
                <a:lnTo>
                  <a:pt x="0" y="0"/>
                </a:lnTo>
                <a:close/>
              </a:path>
            </a:pathLst>
          </a:custGeom>
          <a:blipFill>
            <a:blip r:embed="rId20"/>
            <a:stretch>
              <a:fillRect l="0" t="0" r="0" b="0"/>
            </a:stretch>
          </a:blipFill>
        </p:spPr>
      </p:sp>
      <p:sp>
        <p:nvSpPr>
          <p:cNvPr name="Freeform 18" id="18"/>
          <p:cNvSpPr/>
          <p:nvPr/>
        </p:nvSpPr>
        <p:spPr>
          <a:xfrm flipH="false" flipV="false" rot="0">
            <a:off x="11955538" y="5162347"/>
            <a:ext cx="1455846" cy="1455846"/>
          </a:xfrm>
          <a:custGeom>
            <a:avLst/>
            <a:gdLst/>
            <a:ahLst/>
            <a:cxnLst/>
            <a:rect r="r" b="b" t="t" l="l"/>
            <a:pathLst>
              <a:path h="1455846" w="1455846">
                <a:moveTo>
                  <a:pt x="0" y="0"/>
                </a:moveTo>
                <a:lnTo>
                  <a:pt x="1455846" y="0"/>
                </a:lnTo>
                <a:lnTo>
                  <a:pt x="1455846" y="1455846"/>
                </a:lnTo>
                <a:lnTo>
                  <a:pt x="0" y="1455846"/>
                </a:lnTo>
                <a:lnTo>
                  <a:pt x="0" y="0"/>
                </a:lnTo>
                <a:close/>
              </a:path>
            </a:pathLst>
          </a:custGeom>
          <a:blipFill>
            <a:blip r:embed="rId21"/>
            <a:stretch>
              <a:fillRect l="0" t="0" r="0" b="0"/>
            </a:stretch>
          </a:blipFill>
        </p:spPr>
      </p:sp>
      <p:sp>
        <p:nvSpPr>
          <p:cNvPr name="Freeform 19" id="19"/>
          <p:cNvSpPr/>
          <p:nvPr/>
        </p:nvSpPr>
        <p:spPr>
          <a:xfrm flipH="false" flipV="false" rot="0">
            <a:off x="13463335" y="5470212"/>
            <a:ext cx="782882" cy="770652"/>
          </a:xfrm>
          <a:custGeom>
            <a:avLst/>
            <a:gdLst/>
            <a:ahLst/>
            <a:cxnLst/>
            <a:rect r="r" b="b" t="t" l="l"/>
            <a:pathLst>
              <a:path h="770652" w="782882">
                <a:moveTo>
                  <a:pt x="0" y="0"/>
                </a:moveTo>
                <a:lnTo>
                  <a:pt x="782882" y="0"/>
                </a:lnTo>
                <a:lnTo>
                  <a:pt x="782882" y="770652"/>
                </a:lnTo>
                <a:lnTo>
                  <a:pt x="0" y="770652"/>
                </a:lnTo>
                <a:lnTo>
                  <a:pt x="0" y="0"/>
                </a:lnTo>
                <a:close/>
              </a:path>
            </a:pathLst>
          </a:custGeom>
          <a:blipFill>
            <a:blip r:embed="rId22"/>
            <a:stretch>
              <a:fillRect l="0" t="0" r="0" b="-103173"/>
            </a:stretch>
          </a:blipFill>
        </p:spPr>
      </p:sp>
      <p:sp>
        <p:nvSpPr>
          <p:cNvPr name="Freeform 20" id="20"/>
          <p:cNvSpPr/>
          <p:nvPr/>
        </p:nvSpPr>
        <p:spPr>
          <a:xfrm flipH="false" flipV="false" rot="0">
            <a:off x="-132552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54568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4471079"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1A7C6"/>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830462" y="4375923"/>
            <a:ext cx="677751" cy="6777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B6BA2"/>
            </a:solidFill>
          </p:spPr>
        </p:sp>
        <p:sp>
          <p:nvSpPr>
            <p:cNvPr name="TextBox 7" id="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8" id="8"/>
          <p:cNvSpPr/>
          <p:nvPr/>
        </p:nvSpPr>
        <p:spPr>
          <a:xfrm flipH="false" flipV="false" rot="0">
            <a:off x="-801343" y="-103699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4"/>
            <a:stretch>
              <a:fillRect l="0" t="0" r="0" b="0"/>
            </a:stretch>
          </a:blipFill>
        </p:spPr>
      </p:sp>
      <p:grpSp>
        <p:nvGrpSpPr>
          <p:cNvPr name="Group 9" id="9"/>
          <p:cNvGrpSpPr/>
          <p:nvPr/>
        </p:nvGrpSpPr>
        <p:grpSpPr>
          <a:xfrm rot="0">
            <a:off x="1830462" y="3012372"/>
            <a:ext cx="677751" cy="67775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999A"/>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2" id="12"/>
          <p:cNvGrpSpPr/>
          <p:nvPr/>
        </p:nvGrpSpPr>
        <p:grpSpPr>
          <a:xfrm rot="0">
            <a:off x="1830462" y="5646166"/>
            <a:ext cx="677751" cy="67775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5561D3"/>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15" id="15"/>
          <p:cNvSpPr/>
          <p:nvPr/>
        </p:nvSpPr>
        <p:spPr>
          <a:xfrm flipH="false" flipV="false" rot="0">
            <a:off x="11583933" y="4851303"/>
            <a:ext cx="5129322" cy="5435697"/>
          </a:xfrm>
          <a:custGeom>
            <a:avLst/>
            <a:gdLst/>
            <a:ahLst/>
            <a:cxnLst/>
            <a:rect r="r" b="b" t="t" l="l"/>
            <a:pathLst>
              <a:path h="5435697" w="5129322">
                <a:moveTo>
                  <a:pt x="0" y="0"/>
                </a:moveTo>
                <a:lnTo>
                  <a:pt x="5129321" y="0"/>
                </a:lnTo>
                <a:lnTo>
                  <a:pt x="5129321" y="5435697"/>
                </a:lnTo>
                <a:lnTo>
                  <a:pt x="0" y="5435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0443814"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15909765" y="9103524"/>
            <a:ext cx="1095067" cy="1303651"/>
          </a:xfrm>
          <a:custGeom>
            <a:avLst/>
            <a:gdLst/>
            <a:ahLst/>
            <a:cxnLst/>
            <a:rect r="r" b="b" t="t" l="l"/>
            <a:pathLst>
              <a:path h="1303651" w="1095067">
                <a:moveTo>
                  <a:pt x="0" y="0"/>
                </a:moveTo>
                <a:lnTo>
                  <a:pt x="1095067" y="0"/>
                </a:lnTo>
                <a:lnTo>
                  <a:pt x="1095067" y="1303651"/>
                </a:lnTo>
                <a:lnTo>
                  <a:pt x="0" y="13036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true" flipV="false" rot="0">
            <a:off x="16874731" y="9138125"/>
            <a:ext cx="963206" cy="1146673"/>
          </a:xfrm>
          <a:custGeom>
            <a:avLst/>
            <a:gdLst/>
            <a:ahLst/>
            <a:cxnLst/>
            <a:rect r="r" b="b" t="t" l="l"/>
            <a:pathLst>
              <a:path h="1146673" w="963206">
                <a:moveTo>
                  <a:pt x="963206" y="0"/>
                </a:moveTo>
                <a:lnTo>
                  <a:pt x="0" y="0"/>
                </a:lnTo>
                <a:lnTo>
                  <a:pt x="0" y="1146673"/>
                </a:lnTo>
                <a:lnTo>
                  <a:pt x="963206" y="1146673"/>
                </a:lnTo>
                <a:lnTo>
                  <a:pt x="96320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5016663" y="9326117"/>
            <a:ext cx="3716138" cy="1081058"/>
          </a:xfrm>
          <a:custGeom>
            <a:avLst/>
            <a:gdLst/>
            <a:ahLst/>
            <a:cxnLst/>
            <a:rect r="r" b="b" t="t" l="l"/>
            <a:pathLst>
              <a:path h="1081058" w="3716138">
                <a:moveTo>
                  <a:pt x="0" y="0"/>
                </a:moveTo>
                <a:lnTo>
                  <a:pt x="3716137" y="0"/>
                </a:lnTo>
                <a:lnTo>
                  <a:pt x="3716137" y="1081058"/>
                </a:lnTo>
                <a:lnTo>
                  <a:pt x="0" y="1081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true" flipV="false" rot="0">
            <a:off x="-650424" y="9258300"/>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true" flipV="false" rot="0">
            <a:off x="11406949" y="4146717"/>
            <a:ext cx="2741644" cy="2741644"/>
          </a:xfrm>
          <a:custGeom>
            <a:avLst/>
            <a:gdLst/>
            <a:ahLst/>
            <a:cxnLst/>
            <a:rect r="r" b="b" t="t" l="l"/>
            <a:pathLst>
              <a:path h="2741644" w="2741644">
                <a:moveTo>
                  <a:pt x="2741644" y="0"/>
                </a:moveTo>
                <a:lnTo>
                  <a:pt x="0" y="0"/>
                </a:lnTo>
                <a:lnTo>
                  <a:pt x="0" y="2741644"/>
                </a:lnTo>
                <a:lnTo>
                  <a:pt x="2741644" y="2741644"/>
                </a:lnTo>
                <a:lnTo>
                  <a:pt x="2741644" y="0"/>
                </a:lnTo>
                <a:close/>
              </a:path>
            </a:pathLst>
          </a:custGeom>
          <a:blipFill>
            <a:blip r:embed="rId13"/>
            <a:stretch>
              <a:fillRect l="0" t="0" r="0" b="0"/>
            </a:stretch>
          </a:blipFill>
        </p:spPr>
      </p:sp>
      <p:sp>
        <p:nvSpPr>
          <p:cNvPr name="TextBox 22" id="22"/>
          <p:cNvSpPr txBox="true"/>
          <p:nvPr/>
        </p:nvSpPr>
        <p:spPr>
          <a:xfrm rot="0">
            <a:off x="1921282" y="5803114"/>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03</a:t>
            </a:r>
          </a:p>
        </p:txBody>
      </p:sp>
      <p:sp>
        <p:nvSpPr>
          <p:cNvPr name="TextBox 23" id="23"/>
          <p:cNvSpPr txBox="true"/>
          <p:nvPr/>
        </p:nvSpPr>
        <p:spPr>
          <a:xfrm rot="0">
            <a:off x="3328933" y="1653473"/>
            <a:ext cx="64988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WIN CONDITION</a:t>
            </a:r>
          </a:p>
        </p:txBody>
      </p:sp>
      <p:sp>
        <p:nvSpPr>
          <p:cNvPr name="TextBox 24" id="24"/>
          <p:cNvSpPr txBox="true"/>
          <p:nvPr/>
        </p:nvSpPr>
        <p:spPr>
          <a:xfrm rot="0">
            <a:off x="2802495" y="5815673"/>
            <a:ext cx="7025273" cy="63055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Seu objetivo é ganhar de todos os treinadores no campeonato, ganhando uma série de batalhas</a:t>
            </a:r>
          </a:p>
        </p:txBody>
      </p:sp>
      <p:sp>
        <p:nvSpPr>
          <p:cNvPr name="TextBox 25" id="25"/>
          <p:cNvSpPr txBox="true"/>
          <p:nvPr/>
        </p:nvSpPr>
        <p:spPr>
          <a:xfrm rot="0">
            <a:off x="1921282" y="4532870"/>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02</a:t>
            </a:r>
          </a:p>
        </p:txBody>
      </p:sp>
      <p:sp>
        <p:nvSpPr>
          <p:cNvPr name="TextBox 26" id="26"/>
          <p:cNvSpPr txBox="true"/>
          <p:nvPr/>
        </p:nvSpPr>
        <p:spPr>
          <a:xfrm rot="0">
            <a:off x="1921282" y="3169320"/>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01</a:t>
            </a:r>
          </a:p>
        </p:txBody>
      </p:sp>
      <p:sp>
        <p:nvSpPr>
          <p:cNvPr name="TextBox 27" id="27"/>
          <p:cNvSpPr txBox="true"/>
          <p:nvPr/>
        </p:nvSpPr>
        <p:spPr>
          <a:xfrm rot="0">
            <a:off x="3065714" y="3035017"/>
            <a:ext cx="7025273" cy="63055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Você ganha uma batalha de Mandinhos ao vencer os outros Mandinhos do treinador inimigo</a:t>
            </a:r>
          </a:p>
        </p:txBody>
      </p:sp>
      <p:sp>
        <p:nvSpPr>
          <p:cNvPr name="Freeform 28" id="28"/>
          <p:cNvSpPr/>
          <p:nvPr/>
        </p:nvSpPr>
        <p:spPr>
          <a:xfrm flipH="false" flipV="false" rot="0">
            <a:off x="16874731" y="1028700"/>
            <a:ext cx="4384930" cy="1530739"/>
          </a:xfrm>
          <a:custGeom>
            <a:avLst/>
            <a:gdLst/>
            <a:ahLst/>
            <a:cxnLst/>
            <a:rect r="r" b="b" t="t" l="l"/>
            <a:pathLst>
              <a:path h="1530739" w="4384930">
                <a:moveTo>
                  <a:pt x="0" y="0"/>
                </a:moveTo>
                <a:lnTo>
                  <a:pt x="4384931" y="0"/>
                </a:lnTo>
                <a:lnTo>
                  <a:pt x="4384931" y="1530739"/>
                </a:lnTo>
                <a:lnTo>
                  <a:pt x="0" y="15307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9" id="29"/>
          <p:cNvSpPr/>
          <p:nvPr/>
        </p:nvSpPr>
        <p:spPr>
          <a:xfrm flipH="false" flipV="false" rot="0">
            <a:off x="11583933" y="2965855"/>
            <a:ext cx="4325833" cy="770785"/>
          </a:xfrm>
          <a:custGeom>
            <a:avLst/>
            <a:gdLst/>
            <a:ahLst/>
            <a:cxnLst/>
            <a:rect r="r" b="b" t="t" l="l"/>
            <a:pathLst>
              <a:path h="770785" w="4325833">
                <a:moveTo>
                  <a:pt x="0" y="0"/>
                </a:moveTo>
                <a:lnTo>
                  <a:pt x="4325832" y="0"/>
                </a:lnTo>
                <a:lnTo>
                  <a:pt x="4325832" y="770785"/>
                </a:lnTo>
                <a:lnTo>
                  <a:pt x="0" y="7707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0" id="30"/>
          <p:cNvSpPr txBox="true"/>
          <p:nvPr/>
        </p:nvSpPr>
        <p:spPr>
          <a:xfrm rot="0">
            <a:off x="2900614" y="4423118"/>
            <a:ext cx="7025273" cy="630555"/>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Roboto"/>
                <a:ea typeface="Roboto"/>
                <a:cs typeface="Roboto"/>
                <a:sym typeface="Roboto"/>
              </a:rPr>
              <a:t>Ao perder uma batalha de Mandinhos você perde tudo e precisa começar de novo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9CBD7"/>
        </a:solidFill>
      </p:bgPr>
    </p:bg>
    <p:spTree>
      <p:nvGrpSpPr>
        <p:cNvPr id="1" name=""/>
        <p:cNvGrpSpPr/>
        <p:nvPr/>
      </p:nvGrpSpPr>
      <p:grpSpPr>
        <a:xfrm>
          <a:off x="0" y="0"/>
          <a:ext cx="0" cy="0"/>
          <a:chOff x="0" y="0"/>
          <a:chExt cx="0" cy="0"/>
        </a:xfrm>
      </p:grpSpPr>
      <p:grpSp>
        <p:nvGrpSpPr>
          <p:cNvPr name="Group 2" id="2"/>
          <p:cNvGrpSpPr/>
          <p:nvPr/>
        </p:nvGrpSpPr>
        <p:grpSpPr>
          <a:xfrm rot="0">
            <a:off x="-26536" y="5270492"/>
            <a:ext cx="18314536" cy="5016508"/>
            <a:chOff x="0" y="0"/>
            <a:chExt cx="24419382" cy="6688677"/>
          </a:xfrm>
        </p:grpSpPr>
        <p:sp>
          <p:nvSpPr>
            <p:cNvPr name="Freeform 3" id="3"/>
            <p:cNvSpPr/>
            <p:nvPr/>
          </p:nvSpPr>
          <p:spPr>
            <a:xfrm flipH="true" flipV="false" rot="0">
              <a:off x="0"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2209691"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095698"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3018218" y="-215772"/>
            <a:ext cx="2458208" cy="2458208"/>
          </a:xfrm>
          <a:custGeom>
            <a:avLst/>
            <a:gdLst/>
            <a:ahLst/>
            <a:cxnLst/>
            <a:rect r="r" b="b" t="t" l="l"/>
            <a:pathLst>
              <a:path h="2458208" w="2458208">
                <a:moveTo>
                  <a:pt x="2458207" y="0"/>
                </a:moveTo>
                <a:lnTo>
                  <a:pt x="0" y="0"/>
                </a:lnTo>
                <a:lnTo>
                  <a:pt x="0" y="2458208"/>
                </a:lnTo>
                <a:lnTo>
                  <a:pt x="2458207" y="2458208"/>
                </a:lnTo>
                <a:lnTo>
                  <a:pt x="245820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883765" y="-1334856"/>
            <a:ext cx="4727113" cy="4727113"/>
          </a:xfrm>
          <a:custGeom>
            <a:avLst/>
            <a:gdLst/>
            <a:ahLst/>
            <a:cxnLst/>
            <a:rect r="r" b="b" t="t" l="l"/>
            <a:pathLst>
              <a:path h="4727113" w="4727113">
                <a:moveTo>
                  <a:pt x="0" y="0"/>
                </a:moveTo>
                <a:lnTo>
                  <a:pt x="4727113" y="0"/>
                </a:lnTo>
                <a:lnTo>
                  <a:pt x="4727113" y="4727112"/>
                </a:lnTo>
                <a:lnTo>
                  <a:pt x="0" y="4727112"/>
                </a:lnTo>
                <a:lnTo>
                  <a:pt x="0" y="0"/>
                </a:lnTo>
                <a:close/>
              </a:path>
            </a:pathLst>
          </a:custGeom>
          <a:blipFill>
            <a:blip r:embed="rId8"/>
            <a:stretch>
              <a:fillRect l="0" t="0" r="0" b="0"/>
            </a:stretch>
          </a:blipFill>
        </p:spPr>
      </p:sp>
      <p:sp>
        <p:nvSpPr>
          <p:cNvPr name="Freeform 8" id="8"/>
          <p:cNvSpPr/>
          <p:nvPr/>
        </p:nvSpPr>
        <p:spPr>
          <a:xfrm flipH="false" flipV="false" rot="0">
            <a:off x="4418413" y="0"/>
            <a:ext cx="4384930" cy="1530739"/>
          </a:xfrm>
          <a:custGeom>
            <a:avLst/>
            <a:gdLst/>
            <a:ahLst/>
            <a:cxnLst/>
            <a:rect r="r" b="b" t="t" l="l"/>
            <a:pathLst>
              <a:path h="1530739" w="4384930">
                <a:moveTo>
                  <a:pt x="0" y="0"/>
                </a:moveTo>
                <a:lnTo>
                  <a:pt x="4384930" y="0"/>
                </a:lnTo>
                <a:lnTo>
                  <a:pt x="4384930" y="1530739"/>
                </a:lnTo>
                <a:lnTo>
                  <a:pt x="0" y="15307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0" y="1471651"/>
            <a:ext cx="4325833" cy="770785"/>
          </a:xfrm>
          <a:custGeom>
            <a:avLst/>
            <a:gdLst/>
            <a:ahLst/>
            <a:cxnLst/>
            <a:rect r="r" b="b" t="t" l="l"/>
            <a:pathLst>
              <a:path h="770785" w="4325833">
                <a:moveTo>
                  <a:pt x="0" y="0"/>
                </a:moveTo>
                <a:lnTo>
                  <a:pt x="4325833" y="0"/>
                </a:lnTo>
                <a:lnTo>
                  <a:pt x="4325833" y="770785"/>
                </a:lnTo>
                <a:lnTo>
                  <a:pt x="0" y="7707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true" flipV="false" rot="0">
            <a:off x="10935587" y="5866101"/>
            <a:ext cx="2934473" cy="3815508"/>
          </a:xfrm>
          <a:custGeom>
            <a:avLst/>
            <a:gdLst/>
            <a:ahLst/>
            <a:cxnLst/>
            <a:rect r="r" b="b" t="t" l="l"/>
            <a:pathLst>
              <a:path h="3815508" w="2934473">
                <a:moveTo>
                  <a:pt x="2934473" y="0"/>
                </a:moveTo>
                <a:lnTo>
                  <a:pt x="0" y="0"/>
                </a:lnTo>
                <a:lnTo>
                  <a:pt x="0" y="3815508"/>
                </a:lnTo>
                <a:lnTo>
                  <a:pt x="2934473" y="3815508"/>
                </a:lnTo>
                <a:lnTo>
                  <a:pt x="2934473"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true" flipV="false" rot="0">
            <a:off x="13761580" y="4619974"/>
            <a:ext cx="4062896" cy="5282725"/>
          </a:xfrm>
          <a:custGeom>
            <a:avLst/>
            <a:gdLst/>
            <a:ahLst/>
            <a:cxnLst/>
            <a:rect r="r" b="b" t="t" l="l"/>
            <a:pathLst>
              <a:path h="5282725" w="4062896">
                <a:moveTo>
                  <a:pt x="4062896" y="0"/>
                </a:moveTo>
                <a:lnTo>
                  <a:pt x="0" y="0"/>
                </a:lnTo>
                <a:lnTo>
                  <a:pt x="0" y="5282725"/>
                </a:lnTo>
                <a:lnTo>
                  <a:pt x="4062896" y="5282725"/>
                </a:lnTo>
                <a:lnTo>
                  <a:pt x="4062896"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2006427" y="7778746"/>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13078712"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446650" y="9653152"/>
            <a:ext cx="506970" cy="729989"/>
          </a:xfrm>
          <a:custGeom>
            <a:avLst/>
            <a:gdLst/>
            <a:ahLst/>
            <a:cxnLst/>
            <a:rect r="r" b="b" t="t" l="l"/>
            <a:pathLst>
              <a:path h="729989" w="506970">
                <a:moveTo>
                  <a:pt x="0" y="0"/>
                </a:moveTo>
                <a:lnTo>
                  <a:pt x="506971" y="0"/>
                </a:lnTo>
                <a:lnTo>
                  <a:pt x="506971" y="729988"/>
                </a:lnTo>
                <a:lnTo>
                  <a:pt x="0" y="729988"/>
                </a:lnTo>
                <a:lnTo>
                  <a:pt x="0" y="0"/>
                </a:lnTo>
                <a:close/>
              </a:path>
            </a:pathLst>
          </a:custGeom>
          <a:blipFill>
            <a:blip r:embed="rId17"/>
            <a:stretch>
              <a:fillRect l="0" t="0" r="0" b="0"/>
            </a:stretch>
          </a:blipFill>
        </p:spPr>
      </p:sp>
      <p:sp>
        <p:nvSpPr>
          <p:cNvPr name="Freeform 15" id="15"/>
          <p:cNvSpPr/>
          <p:nvPr/>
        </p:nvSpPr>
        <p:spPr>
          <a:xfrm flipH="false" flipV="false" rot="0">
            <a:off x="16446650" y="9422257"/>
            <a:ext cx="3303035" cy="960883"/>
          </a:xfrm>
          <a:custGeom>
            <a:avLst/>
            <a:gdLst/>
            <a:ahLst/>
            <a:cxnLst/>
            <a:rect r="r" b="b" t="t" l="l"/>
            <a:pathLst>
              <a:path h="960883" w="3303035">
                <a:moveTo>
                  <a:pt x="0" y="0"/>
                </a:moveTo>
                <a:lnTo>
                  <a:pt x="3303036" y="0"/>
                </a:lnTo>
                <a:lnTo>
                  <a:pt x="3303036"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1686102"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1792020" y="6275282"/>
            <a:ext cx="3475128" cy="4011718"/>
          </a:xfrm>
          <a:custGeom>
            <a:avLst/>
            <a:gdLst/>
            <a:ahLst/>
            <a:cxnLst/>
            <a:rect r="r" b="b" t="t" l="l"/>
            <a:pathLst>
              <a:path h="4011718" w="3475128">
                <a:moveTo>
                  <a:pt x="3475128" y="0"/>
                </a:moveTo>
                <a:lnTo>
                  <a:pt x="0" y="0"/>
                </a:lnTo>
                <a:lnTo>
                  <a:pt x="0" y="4011718"/>
                </a:lnTo>
                <a:lnTo>
                  <a:pt x="3475128" y="4011718"/>
                </a:lnTo>
                <a:lnTo>
                  <a:pt x="3475128" y="0"/>
                </a:lnTo>
                <a:close/>
              </a:path>
            </a:pathLst>
          </a:custGeom>
          <a:blipFill>
            <a:blip r:embed="rId18"/>
            <a:stretch>
              <a:fillRect l="0" t="0" r="-15440" b="0"/>
            </a:stretch>
          </a:blipFill>
        </p:spPr>
      </p:sp>
      <p:sp>
        <p:nvSpPr>
          <p:cNvPr name="Freeform 18" id="18"/>
          <p:cNvSpPr/>
          <p:nvPr/>
        </p:nvSpPr>
        <p:spPr>
          <a:xfrm flipH="false" flipV="false" rot="0">
            <a:off x="2361660" y="5866101"/>
            <a:ext cx="4686122" cy="4686122"/>
          </a:xfrm>
          <a:custGeom>
            <a:avLst/>
            <a:gdLst/>
            <a:ahLst/>
            <a:cxnLst/>
            <a:rect r="r" b="b" t="t" l="l"/>
            <a:pathLst>
              <a:path h="4686122" w="4686122">
                <a:moveTo>
                  <a:pt x="0" y="0"/>
                </a:moveTo>
                <a:lnTo>
                  <a:pt x="4686121" y="0"/>
                </a:lnTo>
                <a:lnTo>
                  <a:pt x="4686121" y="4686122"/>
                </a:lnTo>
                <a:lnTo>
                  <a:pt x="0" y="4686122"/>
                </a:lnTo>
                <a:lnTo>
                  <a:pt x="0" y="0"/>
                </a:lnTo>
                <a:close/>
              </a:path>
            </a:pathLst>
          </a:custGeom>
          <a:blipFill>
            <a:blip r:embed="rId19"/>
            <a:stretch>
              <a:fillRect l="0" t="0" r="0" b="0"/>
            </a:stretch>
          </a:blipFill>
        </p:spPr>
      </p:sp>
      <p:sp>
        <p:nvSpPr>
          <p:cNvPr name="Freeform 19" id="19"/>
          <p:cNvSpPr/>
          <p:nvPr/>
        </p:nvSpPr>
        <p:spPr>
          <a:xfrm flipH="true" flipV="false" rot="0">
            <a:off x="1401685"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false" rot="0">
            <a:off x="4364774"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false" rot="0">
            <a:off x="7242027"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5825792" y="542214"/>
            <a:ext cx="594586" cy="446310"/>
          </a:xfrm>
          <a:custGeom>
            <a:avLst/>
            <a:gdLst/>
            <a:ahLst/>
            <a:cxnLst/>
            <a:rect r="r" b="b" t="t" l="l"/>
            <a:pathLst>
              <a:path h="446310" w="594586">
                <a:moveTo>
                  <a:pt x="0" y="0"/>
                </a:moveTo>
                <a:lnTo>
                  <a:pt x="594586" y="0"/>
                </a:lnTo>
                <a:lnTo>
                  <a:pt x="594586" y="446311"/>
                </a:lnTo>
                <a:lnTo>
                  <a:pt x="0" y="446311"/>
                </a:lnTo>
                <a:lnTo>
                  <a:pt x="0" y="0"/>
                </a:lnTo>
                <a:close/>
              </a:path>
            </a:pathLst>
          </a:custGeom>
          <a:blipFill>
            <a:blip r:embed="rId20"/>
            <a:stretch>
              <a:fillRect l="0" t="0" r="0" b="0"/>
            </a:stretch>
          </a:blipFill>
        </p:spPr>
      </p:sp>
      <p:sp>
        <p:nvSpPr>
          <p:cNvPr name="TextBox 23" id="23"/>
          <p:cNvSpPr txBox="true"/>
          <p:nvPr/>
        </p:nvSpPr>
        <p:spPr>
          <a:xfrm rot="0">
            <a:off x="1264677" y="2155699"/>
            <a:ext cx="16128690" cy="2987801"/>
          </a:xfrm>
          <a:prstGeom prst="rect">
            <a:avLst/>
          </a:prstGeom>
        </p:spPr>
        <p:txBody>
          <a:bodyPr anchor="t" rtlCol="false" tIns="0" lIns="0" bIns="0" rIns="0">
            <a:spAutoFit/>
          </a:bodyPr>
          <a:lstStyle/>
          <a:p>
            <a:pPr algn="ctr">
              <a:lnSpc>
                <a:spcPts val="23322"/>
              </a:lnSpc>
            </a:pPr>
            <a:r>
              <a:rPr lang="en-US" sz="16658" spc="16">
                <a:solidFill>
                  <a:srgbClr val="FFFFFF"/>
                </a:solidFill>
                <a:latin typeface="Arcade Gamer"/>
                <a:ea typeface="Arcade Gamer"/>
                <a:cs typeface="Arcade Gamer"/>
                <a:sym typeface="Arcade Gamer"/>
              </a:rPr>
              <a:t>OBRIGADO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DAHUkYKxDeA</dc:identifier>
  <dcterms:modified xsi:type="dcterms:W3CDTF">2011-08-01T06:04:30Z</dcterms:modified>
  <cp:revision>1</cp:revision>
  <dc:title>Lorem ipsum dolor sit amet, consectetur adipiscing elit, sed do eiusmod tempor incididunt ut labore et dolore magna aliqua. Ut enim ad minim veniam, quis nostrud exercitation ullamco laboris nisi ut aliquip ex ea commodo consequat. Duis aute irure dolor</dc:title>
</cp:coreProperties>
</file>