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rcade Gamer" charset="1" panose="00000000000000000000"/>
      <p:regular r:id="rId14"/>
    </p:embeddedFont>
    <p:embeddedFont>
      <p:font typeface="Roboto" charset="1" panose="02000000000000000000"/>
      <p:regular r:id="rId15"/>
    </p:embeddedFont>
    <p:embeddedFont>
      <p:font typeface="Roboto Bold" charset="1" panose="02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4.png" Type="http://schemas.openxmlformats.org/officeDocument/2006/relationships/image"/><Relationship Id="rId15"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17.pn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13" Target="../media/image21.png" Type="http://schemas.openxmlformats.org/officeDocument/2006/relationships/image"/><Relationship Id="rId14" Target="../media/image22.svg" Type="http://schemas.openxmlformats.org/officeDocument/2006/relationships/image"/><Relationship Id="rId15" Target="../media/image13.png" Type="http://schemas.openxmlformats.org/officeDocument/2006/relationships/image"/><Relationship Id="rId16" Target="../media/image23.png" Type="http://schemas.openxmlformats.org/officeDocument/2006/relationships/image"/><Relationship Id="rId17" Target="../media/image24.png" Type="http://schemas.openxmlformats.org/officeDocument/2006/relationships/image"/><Relationship Id="rId18" Target="../media/image25.png" Type="http://schemas.openxmlformats.org/officeDocument/2006/relationships/image"/><Relationship Id="rId19" Target="../media/image26.png" Type="http://schemas.openxmlformats.org/officeDocument/2006/relationships/image"/><Relationship Id="rId2" Target="../media/image7.png" Type="http://schemas.openxmlformats.org/officeDocument/2006/relationships/image"/><Relationship Id="rId20" Target="../media/image27.png" Type="http://schemas.openxmlformats.org/officeDocument/2006/relationships/image"/><Relationship Id="rId21" Target="../media/image28.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31.pn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15" Target="../media/image32.png" Type="http://schemas.openxmlformats.org/officeDocument/2006/relationships/image"/><Relationship Id="rId16" Target="../media/image1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1.png" Type="http://schemas.openxmlformats.org/officeDocument/2006/relationships/image"/><Relationship Id="rId15" Target="../media/image2.svg" Type="http://schemas.openxmlformats.org/officeDocument/2006/relationships/image"/><Relationship Id="rId16" Target="../media/image5.png" Type="http://schemas.openxmlformats.org/officeDocument/2006/relationships/image"/><Relationship Id="rId17" Target="../media/image6.svg" Type="http://schemas.openxmlformats.org/officeDocument/2006/relationships/image"/><Relationship Id="rId18" Target="../media/image41.png" Type="http://schemas.openxmlformats.org/officeDocument/2006/relationships/image"/><Relationship Id="rId19" Target="../media/image42.png" Type="http://schemas.openxmlformats.org/officeDocument/2006/relationships/image"/><Relationship Id="rId2" Target="../media/image7.png" Type="http://schemas.openxmlformats.org/officeDocument/2006/relationships/image"/><Relationship Id="rId20" Target="../media/image43.png" Type="http://schemas.openxmlformats.org/officeDocument/2006/relationships/image"/><Relationship Id="rId21" Target="../media/image44.png" Type="http://schemas.openxmlformats.org/officeDocument/2006/relationships/image"/><Relationship Id="rId22" Target="../media/image31.png" Type="http://schemas.openxmlformats.org/officeDocument/2006/relationships/image"/><Relationship Id="rId23" Target="../media/image45.png" Type="http://schemas.openxmlformats.org/officeDocument/2006/relationships/image"/><Relationship Id="rId24" Target="../media/image46.svg" Type="http://schemas.openxmlformats.org/officeDocument/2006/relationships/image"/><Relationship Id="rId25" Target="../media/image13.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svg" Type="http://schemas.openxmlformats.org/officeDocument/2006/relationships/image"/><Relationship Id="rId11" Target="../media/image53.png" Type="http://schemas.openxmlformats.org/officeDocument/2006/relationships/image"/><Relationship Id="rId12" Target="../media/image54.svg" Type="http://schemas.openxmlformats.org/officeDocument/2006/relationships/image"/><Relationship Id="rId13" Target="../media/image44.png" Type="http://schemas.openxmlformats.org/officeDocument/2006/relationships/image"/><Relationship Id="rId14" Target="../media/image55.png" Type="http://schemas.openxmlformats.org/officeDocument/2006/relationships/image"/><Relationship Id="rId15" Target="../media/image56.svg" Type="http://schemas.openxmlformats.org/officeDocument/2006/relationships/image"/><Relationship Id="rId16" Target="../media/image57.png" Type="http://schemas.openxmlformats.org/officeDocument/2006/relationships/image"/><Relationship Id="rId17" Target="../media/image58.svg" Type="http://schemas.openxmlformats.org/officeDocument/2006/relationships/image"/><Relationship Id="rId18" Target="../media/image1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42.pn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media/image5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media/image57.png" Type="http://schemas.openxmlformats.org/officeDocument/2006/relationships/image"/><Relationship Id="rId12" Target="../media/image58.svg" Type="http://schemas.openxmlformats.org/officeDocument/2006/relationships/image"/><Relationship Id="rId13" Target="../media/image61.png" Type="http://schemas.openxmlformats.org/officeDocument/2006/relationships/image"/><Relationship Id="rId14" Target="../media/image62.svg" Type="http://schemas.openxmlformats.org/officeDocument/2006/relationships/image"/><Relationship Id="rId15" Target="../media/image33.png" Type="http://schemas.openxmlformats.org/officeDocument/2006/relationships/image"/><Relationship Id="rId16" Target="../media/image34.svg" Type="http://schemas.openxmlformats.org/officeDocument/2006/relationships/image"/><Relationship Id="rId17" Target="../media/image18.png" Type="http://schemas.openxmlformats.org/officeDocument/2006/relationships/image"/><Relationship Id="rId18" Target="../media/image17.png" Type="http://schemas.openxmlformats.org/officeDocument/2006/relationships/image"/><Relationship Id="rId19" Target="../media/image13.png" Type="http://schemas.openxmlformats.org/officeDocument/2006/relationships/image"/><Relationship Id="rId2" Target="../media/image7.png" Type="http://schemas.openxmlformats.org/officeDocument/2006/relationships/image"/><Relationship Id="rId20" Target="../media/image63.png" Type="http://schemas.openxmlformats.org/officeDocument/2006/relationships/image"/><Relationship Id="rId3" Target="../media/image8.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42.png" Type="http://schemas.openxmlformats.org/officeDocument/2006/relationships/image"/><Relationship Id="rId9" Target="../media/image5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sp>
        <p:nvSpPr>
          <p:cNvPr name="Freeform 2" id="2"/>
          <p:cNvSpPr/>
          <p:nvPr/>
        </p:nvSpPr>
        <p:spPr>
          <a:xfrm flipH="false" flipV="false" rot="0">
            <a:off x="66525" y="1028700"/>
            <a:ext cx="3612588" cy="1261122"/>
          </a:xfrm>
          <a:custGeom>
            <a:avLst/>
            <a:gdLst/>
            <a:ahLst/>
            <a:cxnLst/>
            <a:rect r="r" b="b" t="t" l="l"/>
            <a:pathLst>
              <a:path h="1261122" w="3612588">
                <a:moveTo>
                  <a:pt x="0" y="0"/>
                </a:moveTo>
                <a:lnTo>
                  <a:pt x="3612588" y="0"/>
                </a:lnTo>
                <a:lnTo>
                  <a:pt x="3612588" y="1261122"/>
                </a:lnTo>
                <a:lnTo>
                  <a:pt x="0" y="1261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82694" y="918598"/>
            <a:ext cx="1529702" cy="1529702"/>
          </a:xfrm>
          <a:custGeom>
            <a:avLst/>
            <a:gdLst/>
            <a:ahLst/>
            <a:cxnLst/>
            <a:rect r="r" b="b" t="t" l="l"/>
            <a:pathLst>
              <a:path h="1529702" w="1529702">
                <a:moveTo>
                  <a:pt x="0" y="0"/>
                </a:moveTo>
                <a:lnTo>
                  <a:pt x="1529702" y="0"/>
                </a:lnTo>
                <a:lnTo>
                  <a:pt x="1529702" y="1529702"/>
                </a:lnTo>
                <a:lnTo>
                  <a:pt x="0" y="1529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319023" y="1381840"/>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8937579" y="981073"/>
            <a:ext cx="3760718" cy="670092"/>
          </a:xfrm>
          <a:custGeom>
            <a:avLst/>
            <a:gdLst/>
            <a:ahLst/>
            <a:cxnLst/>
            <a:rect r="r" b="b" t="t" l="l"/>
            <a:pathLst>
              <a:path h="670092" w="3760718">
                <a:moveTo>
                  <a:pt x="3760718" y="0"/>
                </a:moveTo>
                <a:lnTo>
                  <a:pt x="0" y="0"/>
                </a:lnTo>
                <a:lnTo>
                  <a:pt x="0" y="670091"/>
                </a:lnTo>
                <a:lnTo>
                  <a:pt x="3760718" y="670091"/>
                </a:lnTo>
                <a:lnTo>
                  <a:pt x="376071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6536" y="4153994"/>
            <a:ext cx="11187008" cy="6128433"/>
          </a:xfrm>
          <a:custGeom>
            <a:avLst/>
            <a:gdLst/>
            <a:ahLst/>
            <a:cxnLst/>
            <a:rect r="r" b="b" t="t" l="l"/>
            <a:pathLst>
              <a:path h="6128433" w="11187008">
                <a:moveTo>
                  <a:pt x="0" y="0"/>
                </a:moveTo>
                <a:lnTo>
                  <a:pt x="11187007" y="0"/>
                </a:lnTo>
                <a:lnTo>
                  <a:pt x="11187007" y="6128434"/>
                </a:lnTo>
                <a:lnTo>
                  <a:pt x="0" y="6128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1160471" y="4158567"/>
            <a:ext cx="11187008" cy="6128433"/>
          </a:xfrm>
          <a:custGeom>
            <a:avLst/>
            <a:gdLst/>
            <a:ahLst/>
            <a:cxnLst/>
            <a:rect r="r" b="b" t="t" l="l"/>
            <a:pathLst>
              <a:path h="6128433" w="11187008">
                <a:moveTo>
                  <a:pt x="11187008" y="0"/>
                </a:moveTo>
                <a:lnTo>
                  <a:pt x="0" y="0"/>
                </a:lnTo>
                <a:lnTo>
                  <a:pt x="0" y="6128433"/>
                </a:lnTo>
                <a:lnTo>
                  <a:pt x="11187008" y="6128433"/>
                </a:lnTo>
                <a:lnTo>
                  <a:pt x="111870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80825" y="7901832"/>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6289"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2081174"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136059"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4565830"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5772923" y="8112226"/>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827808" y="8332413"/>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7882694"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893757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95930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6097507"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15042622"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1579079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13987737"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12932852"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1836746"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0935215"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9965832"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78107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2081174" y="2947281"/>
            <a:ext cx="758646" cy="758646"/>
          </a:xfrm>
          <a:custGeom>
            <a:avLst/>
            <a:gdLst/>
            <a:ahLst/>
            <a:cxnLst/>
            <a:rect r="r" b="b" t="t" l="l"/>
            <a:pathLst>
              <a:path h="758646" w="758646">
                <a:moveTo>
                  <a:pt x="0" y="0"/>
                </a:moveTo>
                <a:lnTo>
                  <a:pt x="758647" y="0"/>
                </a:lnTo>
                <a:lnTo>
                  <a:pt x="758647" y="758647"/>
                </a:lnTo>
                <a:lnTo>
                  <a:pt x="0" y="7586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0" id="30"/>
          <p:cNvSpPr/>
          <p:nvPr/>
        </p:nvSpPr>
        <p:spPr>
          <a:xfrm flipH="false" flipV="false" rot="0">
            <a:off x="704240" y="4472307"/>
            <a:ext cx="648920" cy="648920"/>
          </a:xfrm>
          <a:custGeom>
            <a:avLst/>
            <a:gdLst/>
            <a:ahLst/>
            <a:cxnLst/>
            <a:rect r="r" b="b" t="t" l="l"/>
            <a:pathLst>
              <a:path h="648920" w="648920">
                <a:moveTo>
                  <a:pt x="0" y="0"/>
                </a:moveTo>
                <a:lnTo>
                  <a:pt x="648920" y="0"/>
                </a:lnTo>
                <a:lnTo>
                  <a:pt x="648920" y="648920"/>
                </a:lnTo>
                <a:lnTo>
                  <a:pt x="0" y="6489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1" id="31"/>
          <p:cNvSpPr/>
          <p:nvPr/>
        </p:nvSpPr>
        <p:spPr>
          <a:xfrm flipH="true" flipV="false" rot="0">
            <a:off x="1950880" y="5715703"/>
            <a:ext cx="611297" cy="611297"/>
          </a:xfrm>
          <a:custGeom>
            <a:avLst/>
            <a:gdLst/>
            <a:ahLst/>
            <a:cxnLst/>
            <a:rect r="r" b="b" t="t" l="l"/>
            <a:pathLst>
              <a:path h="611297" w="611297">
                <a:moveTo>
                  <a:pt x="611298" y="0"/>
                </a:moveTo>
                <a:lnTo>
                  <a:pt x="0" y="0"/>
                </a:lnTo>
                <a:lnTo>
                  <a:pt x="0" y="611297"/>
                </a:lnTo>
                <a:lnTo>
                  <a:pt x="611298" y="611297"/>
                </a:lnTo>
                <a:lnTo>
                  <a:pt x="61129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32" id="32"/>
          <p:cNvGrpSpPr/>
          <p:nvPr/>
        </p:nvGrpSpPr>
        <p:grpSpPr>
          <a:xfrm rot="0">
            <a:off x="15165915" y="2759104"/>
            <a:ext cx="2884548" cy="2988975"/>
            <a:chOff x="0" y="0"/>
            <a:chExt cx="3846063" cy="3985300"/>
          </a:xfrm>
        </p:grpSpPr>
        <p:sp>
          <p:nvSpPr>
            <p:cNvPr name="Freeform 33" id="33"/>
            <p:cNvSpPr/>
            <p:nvPr/>
          </p:nvSpPr>
          <p:spPr>
            <a:xfrm flipH="false" flipV="false" rot="0">
              <a:off x="0" y="0"/>
              <a:ext cx="1011529" cy="1011529"/>
            </a:xfrm>
            <a:custGeom>
              <a:avLst/>
              <a:gdLst/>
              <a:ahLst/>
              <a:cxnLst/>
              <a:rect r="r" b="b" t="t" l="l"/>
              <a:pathLst>
                <a:path h="1011529" w="1011529">
                  <a:moveTo>
                    <a:pt x="0" y="0"/>
                  </a:moveTo>
                  <a:lnTo>
                    <a:pt x="1011529" y="0"/>
                  </a:lnTo>
                  <a:lnTo>
                    <a:pt x="1011529" y="1011529"/>
                  </a:lnTo>
                  <a:lnTo>
                    <a:pt x="0" y="10115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true" flipV="false" rot="0">
              <a:off x="825431" y="3241546"/>
              <a:ext cx="743753" cy="743753"/>
            </a:xfrm>
            <a:custGeom>
              <a:avLst/>
              <a:gdLst/>
              <a:ahLst/>
              <a:cxnLst/>
              <a:rect r="r" b="b" t="t" l="l"/>
              <a:pathLst>
                <a:path h="743753" w="743753">
                  <a:moveTo>
                    <a:pt x="743753" y="0"/>
                  </a:moveTo>
                  <a:lnTo>
                    <a:pt x="0" y="0"/>
                  </a:lnTo>
                  <a:lnTo>
                    <a:pt x="0" y="743754"/>
                  </a:lnTo>
                  <a:lnTo>
                    <a:pt x="743753" y="743754"/>
                  </a:lnTo>
                  <a:lnTo>
                    <a:pt x="74375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5" id="35"/>
            <p:cNvSpPr/>
            <p:nvPr/>
          </p:nvSpPr>
          <p:spPr>
            <a:xfrm flipH="false" flipV="false" rot="0">
              <a:off x="3102310" y="1722227"/>
              <a:ext cx="743753" cy="743753"/>
            </a:xfrm>
            <a:custGeom>
              <a:avLst/>
              <a:gdLst/>
              <a:ahLst/>
              <a:cxnLst/>
              <a:rect r="r" b="b" t="t" l="l"/>
              <a:pathLst>
                <a:path h="743753" w="743753">
                  <a:moveTo>
                    <a:pt x="0" y="0"/>
                  </a:moveTo>
                  <a:lnTo>
                    <a:pt x="743753" y="0"/>
                  </a:lnTo>
                  <a:lnTo>
                    <a:pt x="743753" y="743754"/>
                  </a:lnTo>
                  <a:lnTo>
                    <a:pt x="0" y="7437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Freeform 36" id="36"/>
          <p:cNvSpPr/>
          <p:nvPr/>
        </p:nvSpPr>
        <p:spPr>
          <a:xfrm flipH="false" flipV="false" rot="0">
            <a:off x="7274572" y="731163"/>
            <a:ext cx="608122" cy="608122"/>
          </a:xfrm>
          <a:custGeom>
            <a:avLst/>
            <a:gdLst/>
            <a:ahLst/>
            <a:cxnLst/>
            <a:rect r="r" b="b" t="t" l="l"/>
            <a:pathLst>
              <a:path h="608122" w="608122">
                <a:moveTo>
                  <a:pt x="0" y="0"/>
                </a:moveTo>
                <a:lnTo>
                  <a:pt x="608122" y="0"/>
                </a:lnTo>
                <a:lnTo>
                  <a:pt x="608122" y="608122"/>
                </a:lnTo>
                <a:lnTo>
                  <a:pt x="0" y="6081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true" flipV="false" rot="0">
            <a:off x="10631154" y="2375165"/>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8" id="38"/>
          <p:cNvSpPr/>
          <p:nvPr/>
        </p:nvSpPr>
        <p:spPr>
          <a:xfrm flipH="false" flipV="false" rot="0">
            <a:off x="3998564" y="7111332"/>
            <a:ext cx="384761" cy="384761"/>
          </a:xfrm>
          <a:custGeom>
            <a:avLst/>
            <a:gdLst/>
            <a:ahLst/>
            <a:cxnLst/>
            <a:rect r="r" b="b" t="t" l="l"/>
            <a:pathLst>
              <a:path h="384761" w="384761">
                <a:moveTo>
                  <a:pt x="0" y="0"/>
                </a:moveTo>
                <a:lnTo>
                  <a:pt x="384761" y="0"/>
                </a:lnTo>
                <a:lnTo>
                  <a:pt x="384761" y="384761"/>
                </a:lnTo>
                <a:lnTo>
                  <a:pt x="0" y="3847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9" id="39"/>
          <p:cNvSpPr/>
          <p:nvPr/>
        </p:nvSpPr>
        <p:spPr>
          <a:xfrm flipH="true" flipV="false" rot="0">
            <a:off x="6250667" y="6856765"/>
            <a:ext cx="577141" cy="577141"/>
          </a:xfrm>
          <a:custGeom>
            <a:avLst/>
            <a:gdLst/>
            <a:ahLst/>
            <a:cxnLst/>
            <a:rect r="r" b="b" t="t" l="l"/>
            <a:pathLst>
              <a:path h="577141" w="577141">
                <a:moveTo>
                  <a:pt x="577141" y="0"/>
                </a:moveTo>
                <a:lnTo>
                  <a:pt x="0" y="0"/>
                </a:lnTo>
                <a:lnTo>
                  <a:pt x="0" y="577142"/>
                </a:lnTo>
                <a:lnTo>
                  <a:pt x="577141" y="577142"/>
                </a:lnTo>
                <a:lnTo>
                  <a:pt x="57714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0" id="40"/>
          <p:cNvSpPr/>
          <p:nvPr/>
        </p:nvSpPr>
        <p:spPr>
          <a:xfrm flipH="false" flipV="false" rot="0">
            <a:off x="1192234" y="6856765"/>
            <a:ext cx="560215" cy="560215"/>
          </a:xfrm>
          <a:custGeom>
            <a:avLst/>
            <a:gdLst/>
            <a:ahLst/>
            <a:cxnLst/>
            <a:rect r="r" b="b" t="t" l="l"/>
            <a:pathLst>
              <a:path h="560215" w="560215">
                <a:moveTo>
                  <a:pt x="0" y="0"/>
                </a:moveTo>
                <a:lnTo>
                  <a:pt x="560215" y="0"/>
                </a:lnTo>
                <a:lnTo>
                  <a:pt x="560215" y="560216"/>
                </a:lnTo>
                <a:lnTo>
                  <a:pt x="0" y="5602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1" id="41"/>
          <p:cNvSpPr/>
          <p:nvPr/>
        </p:nvSpPr>
        <p:spPr>
          <a:xfrm flipH="false" flipV="false" rot="0">
            <a:off x="11842112" y="7131675"/>
            <a:ext cx="604465" cy="604465"/>
          </a:xfrm>
          <a:custGeom>
            <a:avLst/>
            <a:gdLst/>
            <a:ahLst/>
            <a:cxnLst/>
            <a:rect r="r" b="b" t="t" l="l"/>
            <a:pathLst>
              <a:path h="604465" w="604465">
                <a:moveTo>
                  <a:pt x="0" y="0"/>
                </a:moveTo>
                <a:lnTo>
                  <a:pt x="604465" y="0"/>
                </a:lnTo>
                <a:lnTo>
                  <a:pt x="604465" y="604464"/>
                </a:lnTo>
                <a:lnTo>
                  <a:pt x="0" y="6044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2" id="42"/>
          <p:cNvSpPr/>
          <p:nvPr/>
        </p:nvSpPr>
        <p:spPr>
          <a:xfrm flipH="true" flipV="false" rot="0">
            <a:off x="14219549" y="6585121"/>
            <a:ext cx="560215" cy="560215"/>
          </a:xfrm>
          <a:custGeom>
            <a:avLst/>
            <a:gdLst/>
            <a:ahLst/>
            <a:cxnLst/>
            <a:rect r="r" b="b" t="t" l="l"/>
            <a:pathLst>
              <a:path h="560215" w="560215">
                <a:moveTo>
                  <a:pt x="560215" y="0"/>
                </a:moveTo>
                <a:lnTo>
                  <a:pt x="0" y="0"/>
                </a:lnTo>
                <a:lnTo>
                  <a:pt x="0" y="560215"/>
                </a:lnTo>
                <a:lnTo>
                  <a:pt x="560215" y="560215"/>
                </a:lnTo>
                <a:lnTo>
                  <a:pt x="5602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3" id="43"/>
          <p:cNvSpPr/>
          <p:nvPr/>
        </p:nvSpPr>
        <p:spPr>
          <a:xfrm flipH="true" flipV="true" rot="0">
            <a:off x="17177463" y="6660396"/>
            <a:ext cx="557815" cy="557815"/>
          </a:xfrm>
          <a:custGeom>
            <a:avLst/>
            <a:gdLst/>
            <a:ahLst/>
            <a:cxnLst/>
            <a:rect r="r" b="b" t="t" l="l"/>
            <a:pathLst>
              <a:path h="557815" w="557815">
                <a:moveTo>
                  <a:pt x="557815" y="557815"/>
                </a:moveTo>
                <a:lnTo>
                  <a:pt x="0" y="557815"/>
                </a:lnTo>
                <a:lnTo>
                  <a:pt x="0" y="0"/>
                </a:lnTo>
                <a:lnTo>
                  <a:pt x="557815" y="0"/>
                </a:lnTo>
                <a:lnTo>
                  <a:pt x="557815" y="55781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4" id="44"/>
          <p:cNvSpPr/>
          <p:nvPr/>
        </p:nvSpPr>
        <p:spPr>
          <a:xfrm flipH="false" flipV="false" rot="0">
            <a:off x="5464953" y="2375165"/>
            <a:ext cx="615940" cy="615940"/>
          </a:xfrm>
          <a:custGeom>
            <a:avLst/>
            <a:gdLst/>
            <a:ahLst/>
            <a:cxnLst/>
            <a:rect r="r" b="b" t="t" l="l"/>
            <a:pathLst>
              <a:path h="615940" w="615940">
                <a:moveTo>
                  <a:pt x="0" y="0"/>
                </a:moveTo>
                <a:lnTo>
                  <a:pt x="615940" y="0"/>
                </a:lnTo>
                <a:lnTo>
                  <a:pt x="615940" y="615941"/>
                </a:lnTo>
                <a:lnTo>
                  <a:pt x="0" y="6159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5" id="45"/>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4504481" y="-3250935"/>
            <a:ext cx="28387322" cy="16929100"/>
            <a:chOff x="0" y="0"/>
            <a:chExt cx="7476496" cy="4458693"/>
          </a:xfrm>
        </p:grpSpPr>
        <p:sp>
          <p:nvSpPr>
            <p:cNvPr name="Freeform 3" id="3"/>
            <p:cNvSpPr/>
            <p:nvPr/>
          </p:nvSpPr>
          <p:spPr>
            <a:xfrm flipH="false" flipV="false" rot="0">
              <a:off x="0" y="0"/>
              <a:ext cx="7476496" cy="4458693"/>
            </a:xfrm>
            <a:custGeom>
              <a:avLst/>
              <a:gdLst/>
              <a:ahLst/>
              <a:cxnLst/>
              <a:rect r="r" b="b" t="t" l="l"/>
              <a:pathLst>
                <a:path h="4458693" w="7476496">
                  <a:moveTo>
                    <a:pt x="0" y="0"/>
                  </a:moveTo>
                  <a:lnTo>
                    <a:pt x="7476496" y="0"/>
                  </a:lnTo>
                  <a:lnTo>
                    <a:pt x="7476496" y="4458693"/>
                  </a:lnTo>
                  <a:lnTo>
                    <a:pt x="0" y="4458693"/>
                  </a:lnTo>
                  <a:close/>
                </a:path>
              </a:pathLst>
            </a:custGeom>
            <a:solidFill>
              <a:srgbClr val="2E1B5B"/>
            </a:solidFill>
          </p:spPr>
        </p:sp>
        <p:sp>
          <p:nvSpPr>
            <p:cNvPr name="TextBox 4" id="4"/>
            <p:cNvSpPr txBox="true"/>
            <p:nvPr/>
          </p:nvSpPr>
          <p:spPr>
            <a:xfrm>
              <a:off x="0" y="-47625"/>
              <a:ext cx="7476496" cy="4506318"/>
            </a:xfrm>
            <a:prstGeom prst="rect">
              <a:avLst/>
            </a:prstGeom>
          </p:spPr>
          <p:txBody>
            <a:bodyPr anchor="ctr" rtlCol="false" tIns="50800" lIns="50800" bIns="50800" rIns="50800"/>
            <a:lstStyle/>
            <a:p>
              <a:pPr algn="ctr">
                <a:lnSpc>
                  <a:spcPts val="2722"/>
                </a:lnSpc>
              </a:pPr>
            </a:p>
          </p:txBody>
        </p:sp>
      </p:grpSp>
      <p:sp>
        <p:nvSpPr>
          <p:cNvPr name="Freeform 5" id="5"/>
          <p:cNvSpPr/>
          <p:nvPr/>
        </p:nvSpPr>
        <p:spPr>
          <a:xfrm flipH="false" flipV="false" rot="0">
            <a:off x="66525" y="1028700"/>
            <a:ext cx="3612588" cy="1261122"/>
          </a:xfrm>
          <a:custGeom>
            <a:avLst/>
            <a:gdLst/>
            <a:ahLst/>
            <a:cxnLst/>
            <a:rect r="r" b="b" t="t" l="l"/>
            <a:pathLst>
              <a:path h="1261122" w="3612588">
                <a:moveTo>
                  <a:pt x="0" y="0"/>
                </a:moveTo>
                <a:lnTo>
                  <a:pt x="3612588" y="0"/>
                </a:lnTo>
                <a:lnTo>
                  <a:pt x="3612588" y="1261122"/>
                </a:lnTo>
                <a:lnTo>
                  <a:pt x="0" y="1261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882694" y="918598"/>
            <a:ext cx="1529702" cy="1529702"/>
          </a:xfrm>
          <a:custGeom>
            <a:avLst/>
            <a:gdLst/>
            <a:ahLst/>
            <a:cxnLst/>
            <a:rect r="r" b="b" t="t" l="l"/>
            <a:pathLst>
              <a:path h="1529702" w="1529702">
                <a:moveTo>
                  <a:pt x="0" y="0"/>
                </a:moveTo>
                <a:lnTo>
                  <a:pt x="1529702" y="0"/>
                </a:lnTo>
                <a:lnTo>
                  <a:pt x="1529702" y="1529702"/>
                </a:lnTo>
                <a:lnTo>
                  <a:pt x="0" y="1529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319023" y="1381840"/>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false" rot="0">
            <a:off x="8937579" y="981073"/>
            <a:ext cx="3760718" cy="670092"/>
          </a:xfrm>
          <a:custGeom>
            <a:avLst/>
            <a:gdLst/>
            <a:ahLst/>
            <a:cxnLst/>
            <a:rect r="r" b="b" t="t" l="l"/>
            <a:pathLst>
              <a:path h="670092" w="3760718">
                <a:moveTo>
                  <a:pt x="3760718" y="0"/>
                </a:moveTo>
                <a:lnTo>
                  <a:pt x="0" y="0"/>
                </a:lnTo>
                <a:lnTo>
                  <a:pt x="0" y="670091"/>
                </a:lnTo>
                <a:lnTo>
                  <a:pt x="3760718" y="670091"/>
                </a:lnTo>
                <a:lnTo>
                  <a:pt x="376071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6536" y="4153994"/>
            <a:ext cx="11187008" cy="6128433"/>
          </a:xfrm>
          <a:custGeom>
            <a:avLst/>
            <a:gdLst/>
            <a:ahLst/>
            <a:cxnLst/>
            <a:rect r="r" b="b" t="t" l="l"/>
            <a:pathLst>
              <a:path h="6128433" w="11187008">
                <a:moveTo>
                  <a:pt x="0" y="0"/>
                </a:moveTo>
                <a:lnTo>
                  <a:pt x="11187007" y="0"/>
                </a:lnTo>
                <a:lnTo>
                  <a:pt x="11187007" y="6128434"/>
                </a:lnTo>
                <a:lnTo>
                  <a:pt x="0" y="6128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true" flipV="false" rot="0">
            <a:off x="11160471" y="4158567"/>
            <a:ext cx="11187008" cy="6128433"/>
          </a:xfrm>
          <a:custGeom>
            <a:avLst/>
            <a:gdLst/>
            <a:ahLst/>
            <a:cxnLst/>
            <a:rect r="r" b="b" t="t" l="l"/>
            <a:pathLst>
              <a:path h="6128433" w="11187008">
                <a:moveTo>
                  <a:pt x="11187008" y="0"/>
                </a:moveTo>
                <a:lnTo>
                  <a:pt x="0" y="0"/>
                </a:lnTo>
                <a:lnTo>
                  <a:pt x="0" y="6128433"/>
                </a:lnTo>
                <a:lnTo>
                  <a:pt x="11187008" y="6128433"/>
                </a:lnTo>
                <a:lnTo>
                  <a:pt x="111870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80825" y="7901832"/>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026289"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2081174"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3136059"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4565830"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5772923" y="8112226"/>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6827808" y="8332413"/>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7882694"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893757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1695930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16097507"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15042622"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579079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3987737"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12932852"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11836746"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10935215"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9965832"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0">
            <a:off x="-78107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2" id="32"/>
          <p:cNvSpPr/>
          <p:nvPr/>
        </p:nvSpPr>
        <p:spPr>
          <a:xfrm flipH="false" flipV="false" rot="0">
            <a:off x="2081174" y="2947281"/>
            <a:ext cx="758646" cy="758646"/>
          </a:xfrm>
          <a:custGeom>
            <a:avLst/>
            <a:gdLst/>
            <a:ahLst/>
            <a:cxnLst/>
            <a:rect r="r" b="b" t="t" l="l"/>
            <a:pathLst>
              <a:path h="758646" w="758646">
                <a:moveTo>
                  <a:pt x="0" y="0"/>
                </a:moveTo>
                <a:lnTo>
                  <a:pt x="758647" y="0"/>
                </a:lnTo>
                <a:lnTo>
                  <a:pt x="758647" y="758647"/>
                </a:lnTo>
                <a:lnTo>
                  <a:pt x="0" y="7586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3" id="33"/>
          <p:cNvSpPr/>
          <p:nvPr/>
        </p:nvSpPr>
        <p:spPr>
          <a:xfrm flipH="false" flipV="false" rot="0">
            <a:off x="704240" y="4472307"/>
            <a:ext cx="648920" cy="648920"/>
          </a:xfrm>
          <a:custGeom>
            <a:avLst/>
            <a:gdLst/>
            <a:ahLst/>
            <a:cxnLst/>
            <a:rect r="r" b="b" t="t" l="l"/>
            <a:pathLst>
              <a:path h="648920" w="648920">
                <a:moveTo>
                  <a:pt x="0" y="0"/>
                </a:moveTo>
                <a:lnTo>
                  <a:pt x="648920" y="0"/>
                </a:lnTo>
                <a:lnTo>
                  <a:pt x="648920" y="648920"/>
                </a:lnTo>
                <a:lnTo>
                  <a:pt x="0" y="6489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true" flipV="false" rot="0">
            <a:off x="1950880" y="5715703"/>
            <a:ext cx="611297" cy="611297"/>
          </a:xfrm>
          <a:custGeom>
            <a:avLst/>
            <a:gdLst/>
            <a:ahLst/>
            <a:cxnLst/>
            <a:rect r="r" b="b" t="t" l="l"/>
            <a:pathLst>
              <a:path h="611297" w="611297">
                <a:moveTo>
                  <a:pt x="611298" y="0"/>
                </a:moveTo>
                <a:lnTo>
                  <a:pt x="0" y="0"/>
                </a:lnTo>
                <a:lnTo>
                  <a:pt x="0" y="611297"/>
                </a:lnTo>
                <a:lnTo>
                  <a:pt x="611298" y="611297"/>
                </a:lnTo>
                <a:lnTo>
                  <a:pt x="61129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5" id="35"/>
          <p:cNvSpPr/>
          <p:nvPr/>
        </p:nvSpPr>
        <p:spPr>
          <a:xfrm flipH="false" flipV="false" rot="0">
            <a:off x="7274572" y="731163"/>
            <a:ext cx="608122" cy="608122"/>
          </a:xfrm>
          <a:custGeom>
            <a:avLst/>
            <a:gdLst/>
            <a:ahLst/>
            <a:cxnLst/>
            <a:rect r="r" b="b" t="t" l="l"/>
            <a:pathLst>
              <a:path h="608122" w="608122">
                <a:moveTo>
                  <a:pt x="0" y="0"/>
                </a:moveTo>
                <a:lnTo>
                  <a:pt x="608122" y="0"/>
                </a:lnTo>
                <a:lnTo>
                  <a:pt x="608122" y="608122"/>
                </a:lnTo>
                <a:lnTo>
                  <a:pt x="0" y="6081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6" id="36"/>
          <p:cNvSpPr/>
          <p:nvPr/>
        </p:nvSpPr>
        <p:spPr>
          <a:xfrm flipH="true" flipV="false" rot="0">
            <a:off x="10631154" y="2375165"/>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false" flipV="false" rot="0">
            <a:off x="3998564" y="7111332"/>
            <a:ext cx="384761" cy="384761"/>
          </a:xfrm>
          <a:custGeom>
            <a:avLst/>
            <a:gdLst/>
            <a:ahLst/>
            <a:cxnLst/>
            <a:rect r="r" b="b" t="t" l="l"/>
            <a:pathLst>
              <a:path h="384761" w="384761">
                <a:moveTo>
                  <a:pt x="0" y="0"/>
                </a:moveTo>
                <a:lnTo>
                  <a:pt x="384761" y="0"/>
                </a:lnTo>
                <a:lnTo>
                  <a:pt x="384761" y="384761"/>
                </a:lnTo>
                <a:lnTo>
                  <a:pt x="0" y="3847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8" id="38"/>
          <p:cNvSpPr/>
          <p:nvPr/>
        </p:nvSpPr>
        <p:spPr>
          <a:xfrm flipH="true" flipV="false" rot="0">
            <a:off x="6250667" y="6856765"/>
            <a:ext cx="577141" cy="577141"/>
          </a:xfrm>
          <a:custGeom>
            <a:avLst/>
            <a:gdLst/>
            <a:ahLst/>
            <a:cxnLst/>
            <a:rect r="r" b="b" t="t" l="l"/>
            <a:pathLst>
              <a:path h="577141" w="577141">
                <a:moveTo>
                  <a:pt x="577141" y="0"/>
                </a:moveTo>
                <a:lnTo>
                  <a:pt x="0" y="0"/>
                </a:lnTo>
                <a:lnTo>
                  <a:pt x="0" y="577142"/>
                </a:lnTo>
                <a:lnTo>
                  <a:pt x="577141" y="577142"/>
                </a:lnTo>
                <a:lnTo>
                  <a:pt x="57714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9" id="39"/>
          <p:cNvSpPr/>
          <p:nvPr/>
        </p:nvSpPr>
        <p:spPr>
          <a:xfrm flipH="false" flipV="false" rot="0">
            <a:off x="1192234" y="6856765"/>
            <a:ext cx="560215" cy="560215"/>
          </a:xfrm>
          <a:custGeom>
            <a:avLst/>
            <a:gdLst/>
            <a:ahLst/>
            <a:cxnLst/>
            <a:rect r="r" b="b" t="t" l="l"/>
            <a:pathLst>
              <a:path h="560215" w="560215">
                <a:moveTo>
                  <a:pt x="0" y="0"/>
                </a:moveTo>
                <a:lnTo>
                  <a:pt x="560215" y="0"/>
                </a:lnTo>
                <a:lnTo>
                  <a:pt x="560215" y="560216"/>
                </a:lnTo>
                <a:lnTo>
                  <a:pt x="0" y="5602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0" id="40"/>
          <p:cNvSpPr/>
          <p:nvPr/>
        </p:nvSpPr>
        <p:spPr>
          <a:xfrm flipH="false" flipV="false" rot="0">
            <a:off x="11842112" y="7131675"/>
            <a:ext cx="604465" cy="604465"/>
          </a:xfrm>
          <a:custGeom>
            <a:avLst/>
            <a:gdLst/>
            <a:ahLst/>
            <a:cxnLst/>
            <a:rect r="r" b="b" t="t" l="l"/>
            <a:pathLst>
              <a:path h="604465" w="604465">
                <a:moveTo>
                  <a:pt x="0" y="0"/>
                </a:moveTo>
                <a:lnTo>
                  <a:pt x="604465" y="0"/>
                </a:lnTo>
                <a:lnTo>
                  <a:pt x="604465" y="604464"/>
                </a:lnTo>
                <a:lnTo>
                  <a:pt x="0" y="6044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1" id="41"/>
          <p:cNvSpPr/>
          <p:nvPr/>
        </p:nvSpPr>
        <p:spPr>
          <a:xfrm flipH="true" flipV="false" rot="0">
            <a:off x="14219549" y="6585121"/>
            <a:ext cx="560215" cy="560215"/>
          </a:xfrm>
          <a:custGeom>
            <a:avLst/>
            <a:gdLst/>
            <a:ahLst/>
            <a:cxnLst/>
            <a:rect r="r" b="b" t="t" l="l"/>
            <a:pathLst>
              <a:path h="560215" w="560215">
                <a:moveTo>
                  <a:pt x="560215" y="0"/>
                </a:moveTo>
                <a:lnTo>
                  <a:pt x="0" y="0"/>
                </a:lnTo>
                <a:lnTo>
                  <a:pt x="0" y="560215"/>
                </a:lnTo>
                <a:lnTo>
                  <a:pt x="560215" y="560215"/>
                </a:lnTo>
                <a:lnTo>
                  <a:pt x="5602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2" id="42"/>
          <p:cNvSpPr/>
          <p:nvPr/>
        </p:nvSpPr>
        <p:spPr>
          <a:xfrm flipH="true" flipV="true" rot="0">
            <a:off x="17177463" y="6660396"/>
            <a:ext cx="557815" cy="557815"/>
          </a:xfrm>
          <a:custGeom>
            <a:avLst/>
            <a:gdLst/>
            <a:ahLst/>
            <a:cxnLst/>
            <a:rect r="r" b="b" t="t" l="l"/>
            <a:pathLst>
              <a:path h="557815" w="557815">
                <a:moveTo>
                  <a:pt x="557815" y="557815"/>
                </a:moveTo>
                <a:lnTo>
                  <a:pt x="0" y="557815"/>
                </a:lnTo>
                <a:lnTo>
                  <a:pt x="0" y="0"/>
                </a:lnTo>
                <a:lnTo>
                  <a:pt x="557815" y="0"/>
                </a:lnTo>
                <a:lnTo>
                  <a:pt x="557815" y="55781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3" id="43"/>
          <p:cNvSpPr/>
          <p:nvPr/>
        </p:nvSpPr>
        <p:spPr>
          <a:xfrm flipH="false" flipV="false" rot="0">
            <a:off x="5464953" y="2375165"/>
            <a:ext cx="615940" cy="615940"/>
          </a:xfrm>
          <a:custGeom>
            <a:avLst/>
            <a:gdLst/>
            <a:ahLst/>
            <a:cxnLst/>
            <a:rect r="r" b="b" t="t" l="l"/>
            <a:pathLst>
              <a:path h="615940" w="615940">
                <a:moveTo>
                  <a:pt x="0" y="0"/>
                </a:moveTo>
                <a:lnTo>
                  <a:pt x="615940" y="0"/>
                </a:lnTo>
                <a:lnTo>
                  <a:pt x="615940" y="615941"/>
                </a:lnTo>
                <a:lnTo>
                  <a:pt x="0" y="6159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4" id="44"/>
          <p:cNvSpPr/>
          <p:nvPr/>
        </p:nvSpPr>
        <p:spPr>
          <a:xfrm flipH="false" flipV="false" rot="0">
            <a:off x="2399720" y="2777010"/>
            <a:ext cx="14496644" cy="3769127"/>
          </a:xfrm>
          <a:custGeom>
            <a:avLst/>
            <a:gdLst/>
            <a:ahLst/>
            <a:cxnLst/>
            <a:rect r="r" b="b" t="t" l="l"/>
            <a:pathLst>
              <a:path h="3769127" w="14496644">
                <a:moveTo>
                  <a:pt x="0" y="0"/>
                </a:moveTo>
                <a:lnTo>
                  <a:pt x="14496644" y="0"/>
                </a:lnTo>
                <a:lnTo>
                  <a:pt x="14496644" y="3769127"/>
                </a:lnTo>
                <a:lnTo>
                  <a:pt x="0" y="3769127"/>
                </a:lnTo>
                <a:lnTo>
                  <a:pt x="0" y="0"/>
                </a:lnTo>
                <a:close/>
              </a:path>
            </a:pathLst>
          </a:custGeom>
          <a:blipFill>
            <a:blip r:embed="rId14"/>
            <a:stretch>
              <a:fillRect l="0" t="0" r="0" b="0"/>
            </a:stretch>
          </a:blipFill>
        </p:spPr>
      </p:sp>
      <p:sp>
        <p:nvSpPr>
          <p:cNvPr name="Freeform 45" id="45"/>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5"/>
            <a:stretch>
              <a:fillRect l="0" t="0" r="0" b="0"/>
            </a:stretch>
          </a:blipFill>
        </p:spPr>
      </p:sp>
      <p:grpSp>
        <p:nvGrpSpPr>
          <p:cNvPr name="Group 46" id="46"/>
          <p:cNvGrpSpPr/>
          <p:nvPr/>
        </p:nvGrpSpPr>
        <p:grpSpPr>
          <a:xfrm rot="0">
            <a:off x="15165915" y="2759104"/>
            <a:ext cx="2884548" cy="2988975"/>
            <a:chOff x="0" y="0"/>
            <a:chExt cx="3846063" cy="3985300"/>
          </a:xfrm>
        </p:grpSpPr>
        <p:sp>
          <p:nvSpPr>
            <p:cNvPr name="Freeform 47" id="47"/>
            <p:cNvSpPr/>
            <p:nvPr/>
          </p:nvSpPr>
          <p:spPr>
            <a:xfrm flipH="false" flipV="false" rot="0">
              <a:off x="0" y="0"/>
              <a:ext cx="1011529" cy="1011529"/>
            </a:xfrm>
            <a:custGeom>
              <a:avLst/>
              <a:gdLst/>
              <a:ahLst/>
              <a:cxnLst/>
              <a:rect r="r" b="b" t="t" l="l"/>
              <a:pathLst>
                <a:path h="1011529" w="1011529">
                  <a:moveTo>
                    <a:pt x="0" y="0"/>
                  </a:moveTo>
                  <a:lnTo>
                    <a:pt x="1011529" y="0"/>
                  </a:lnTo>
                  <a:lnTo>
                    <a:pt x="1011529" y="1011529"/>
                  </a:lnTo>
                  <a:lnTo>
                    <a:pt x="0" y="10115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8" id="48"/>
            <p:cNvSpPr/>
            <p:nvPr/>
          </p:nvSpPr>
          <p:spPr>
            <a:xfrm flipH="true" flipV="false" rot="0">
              <a:off x="825431" y="3241546"/>
              <a:ext cx="743753" cy="743753"/>
            </a:xfrm>
            <a:custGeom>
              <a:avLst/>
              <a:gdLst/>
              <a:ahLst/>
              <a:cxnLst/>
              <a:rect r="r" b="b" t="t" l="l"/>
              <a:pathLst>
                <a:path h="743753" w="743753">
                  <a:moveTo>
                    <a:pt x="743753" y="0"/>
                  </a:moveTo>
                  <a:lnTo>
                    <a:pt x="0" y="0"/>
                  </a:lnTo>
                  <a:lnTo>
                    <a:pt x="0" y="743754"/>
                  </a:lnTo>
                  <a:lnTo>
                    <a:pt x="743753" y="743754"/>
                  </a:lnTo>
                  <a:lnTo>
                    <a:pt x="74375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9" id="49"/>
            <p:cNvSpPr/>
            <p:nvPr/>
          </p:nvSpPr>
          <p:spPr>
            <a:xfrm flipH="false" flipV="false" rot="0">
              <a:off x="3102310" y="1722227"/>
              <a:ext cx="743753" cy="743753"/>
            </a:xfrm>
            <a:custGeom>
              <a:avLst/>
              <a:gdLst/>
              <a:ahLst/>
              <a:cxnLst/>
              <a:rect r="r" b="b" t="t" l="l"/>
              <a:pathLst>
                <a:path h="743753" w="743753">
                  <a:moveTo>
                    <a:pt x="0" y="0"/>
                  </a:moveTo>
                  <a:lnTo>
                    <a:pt x="743753" y="0"/>
                  </a:lnTo>
                  <a:lnTo>
                    <a:pt x="743753" y="743754"/>
                  </a:lnTo>
                  <a:lnTo>
                    <a:pt x="0" y="7437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Tree>
  </p:cSld>
  <p:clrMapOvr>
    <a:masterClrMapping/>
  </p:clrMapOvr>
  <p:transition spd="med">
    <p:circl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B1E5B"/>
        </a:solidFill>
      </p:bgPr>
    </p:bg>
    <p:spTree>
      <p:nvGrpSpPr>
        <p:cNvPr id="1" name=""/>
        <p:cNvGrpSpPr/>
        <p:nvPr/>
      </p:nvGrpSpPr>
      <p:grpSpPr>
        <a:xfrm>
          <a:off x="0" y="0"/>
          <a:ext cx="0" cy="0"/>
          <a:chOff x="0" y="0"/>
          <a:chExt cx="0" cy="0"/>
        </a:xfrm>
      </p:grpSpPr>
      <p:grpSp>
        <p:nvGrpSpPr>
          <p:cNvPr name="Group 2" id="2"/>
          <p:cNvGrpSpPr/>
          <p:nvPr/>
        </p:nvGrpSpPr>
        <p:grpSpPr>
          <a:xfrm rot="0">
            <a:off x="0" y="401860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2215353" y="150840"/>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483319"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332334"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7222586"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7000" y="631402"/>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825817" y="1237775"/>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2118141" y="573899"/>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4617823" y="936130"/>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true" flipV="false" rot="0">
            <a:off x="7960423" y="104676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1508489" y="9161128"/>
            <a:ext cx="8277094" cy="1125872"/>
            <a:chOff x="0" y="0"/>
            <a:chExt cx="11036125" cy="1501163"/>
          </a:xfrm>
        </p:grpSpPr>
        <p:sp>
          <p:nvSpPr>
            <p:cNvPr name="Freeform 15" id="15"/>
            <p:cNvSpPr/>
            <p:nvPr/>
          </p:nvSpPr>
          <p:spPr>
            <a:xfrm flipH="false" flipV="false" rot="0">
              <a:off x="0"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3798687"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7652356"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8" id="18"/>
          <p:cNvSpPr/>
          <p:nvPr/>
        </p:nvSpPr>
        <p:spPr>
          <a:xfrm flipH="true" flipV="false" rot="0">
            <a:off x="13487894" y="7082824"/>
            <a:ext cx="3771406" cy="3771406"/>
          </a:xfrm>
          <a:custGeom>
            <a:avLst/>
            <a:gdLst/>
            <a:ahLst/>
            <a:cxnLst/>
            <a:rect r="r" b="b" t="t" l="l"/>
            <a:pathLst>
              <a:path h="3771406" w="3771406">
                <a:moveTo>
                  <a:pt x="3771406" y="0"/>
                </a:moveTo>
                <a:lnTo>
                  <a:pt x="0" y="0"/>
                </a:lnTo>
                <a:lnTo>
                  <a:pt x="0" y="3771405"/>
                </a:lnTo>
                <a:lnTo>
                  <a:pt x="3771406" y="3771405"/>
                </a:lnTo>
                <a:lnTo>
                  <a:pt x="3771406" y="0"/>
                </a:lnTo>
                <a:close/>
              </a:path>
            </a:pathLst>
          </a:custGeom>
          <a:blipFill>
            <a:blip r:embed="rId12"/>
            <a:stretch>
              <a:fillRect l="0" t="0" r="0" b="0"/>
            </a:stretch>
          </a:blipFill>
        </p:spPr>
      </p:sp>
      <p:sp>
        <p:nvSpPr>
          <p:cNvPr name="TextBox 19" id="19"/>
          <p:cNvSpPr txBox="true"/>
          <p:nvPr/>
        </p:nvSpPr>
        <p:spPr>
          <a:xfrm rot="0">
            <a:off x="3078533" y="2261501"/>
            <a:ext cx="12130934" cy="911224"/>
          </a:xfrm>
          <a:prstGeom prst="rect">
            <a:avLst/>
          </a:prstGeom>
        </p:spPr>
        <p:txBody>
          <a:bodyPr anchor="t" rtlCol="false" tIns="0" lIns="0" bIns="0" rIns="0">
            <a:spAutoFit/>
          </a:bodyPr>
          <a:lstStyle/>
          <a:p>
            <a:pPr algn="ctr" marL="0" indent="0" lvl="0">
              <a:lnSpc>
                <a:spcPts val="7000"/>
              </a:lnSpc>
              <a:spcBef>
                <a:spcPct val="0"/>
              </a:spcBef>
            </a:pPr>
            <a:r>
              <a:rPr lang="en-US" sz="5000">
                <a:solidFill>
                  <a:srgbClr val="FFFFFF"/>
                </a:solidFill>
                <a:latin typeface="Arcade Gamer"/>
                <a:ea typeface="Arcade Gamer"/>
                <a:cs typeface="Arcade Gamer"/>
                <a:sym typeface="Arcade Gamer"/>
              </a:rPr>
              <a:t>SOBRE O JOGO</a:t>
            </a:r>
          </a:p>
        </p:txBody>
      </p:sp>
      <p:sp>
        <p:nvSpPr>
          <p:cNvPr name="Freeform 20" id="20"/>
          <p:cNvSpPr/>
          <p:nvPr/>
        </p:nvSpPr>
        <p:spPr>
          <a:xfrm flipH="true" flipV="false" rot="0">
            <a:off x="4671596" y="438644"/>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1" id="21"/>
          <p:cNvSpPr/>
          <p:nvPr/>
        </p:nvSpPr>
        <p:spPr>
          <a:xfrm flipH="true" flipV="false" rot="0">
            <a:off x="8394869" y="328008"/>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true" flipV="false" rot="0">
            <a:off x="16126300" y="150840"/>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5"/>
            <a:stretch>
              <a:fillRect l="0" t="0" r="0" b="0"/>
            </a:stretch>
          </a:blipFill>
        </p:spPr>
      </p:sp>
      <p:sp>
        <p:nvSpPr>
          <p:cNvPr name="TextBox 24" id="24"/>
          <p:cNvSpPr txBox="true"/>
          <p:nvPr/>
        </p:nvSpPr>
        <p:spPr>
          <a:xfrm rot="0">
            <a:off x="4215445" y="3970982"/>
            <a:ext cx="10116889" cy="2222748"/>
          </a:xfrm>
          <a:prstGeom prst="rect">
            <a:avLst/>
          </a:prstGeom>
        </p:spPr>
        <p:txBody>
          <a:bodyPr anchor="t" rtlCol="false" tIns="0" lIns="0" bIns="0" rIns="0">
            <a:spAutoFit/>
          </a:bodyPr>
          <a:lstStyle/>
          <a:p>
            <a:pPr algn="just">
              <a:lnSpc>
                <a:spcPts val="2965"/>
              </a:lnSpc>
            </a:pPr>
            <a:r>
              <a:rPr lang="en-US" sz="2118">
                <a:solidFill>
                  <a:srgbClr val="FFFFFF"/>
                </a:solidFill>
                <a:latin typeface="Roboto"/>
                <a:ea typeface="Roboto"/>
                <a:cs typeface="Roboto"/>
                <a:sym typeface="Roboto"/>
              </a:rPr>
              <a:t>Ao perder seu melhor Mandinho para uma treinadora misteriosa em um campeonato de batalhas de Mandinhos, você cria o objetivo de recupera-lo vencendo-a no novo torneio que está por vir a qualquer custo.</a:t>
            </a:r>
          </a:p>
          <a:p>
            <a:pPr algn="just">
              <a:lnSpc>
                <a:spcPts val="2965"/>
              </a:lnSpc>
            </a:pPr>
          </a:p>
          <a:p>
            <a:pPr algn="just">
              <a:lnSpc>
                <a:spcPts val="2965"/>
              </a:lnSpc>
              <a:spcBef>
                <a:spcPct val="0"/>
              </a:spcBef>
            </a:pPr>
            <a:r>
              <a:rPr lang="en-US" sz="2118">
                <a:solidFill>
                  <a:srgbClr val="FFFFFF"/>
                </a:solidFill>
                <a:latin typeface="Roboto"/>
                <a:ea typeface="Roboto"/>
                <a:cs typeface="Roboto"/>
                <a:sym typeface="Roboto"/>
              </a:rPr>
              <a:t>Para isso você deve começar sua jornada novamente, treinando, evoluindo e conquistando novos mandinhos.</a:t>
            </a:r>
          </a:p>
        </p:txBody>
      </p:sp>
    </p:spTree>
  </p:cSld>
  <p:clrMapOvr>
    <a:masterClrMapping/>
  </p:clrMapOvr>
  <p:transition spd="fast">
    <p:circl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2376E"/>
        </a:solidFill>
      </p:bgPr>
    </p:bg>
    <p:spTree>
      <p:nvGrpSpPr>
        <p:cNvPr id="1" name=""/>
        <p:cNvGrpSpPr/>
        <p:nvPr/>
      </p:nvGrpSpPr>
      <p:grpSpPr>
        <a:xfrm>
          <a:off x="0" y="0"/>
          <a:ext cx="0" cy="0"/>
          <a:chOff x="0" y="0"/>
          <a:chExt cx="0" cy="0"/>
        </a:xfrm>
      </p:grpSpPr>
      <p:grpSp>
        <p:nvGrpSpPr>
          <p:cNvPr name="Group 2" id="2"/>
          <p:cNvGrpSpPr/>
          <p:nvPr/>
        </p:nvGrpSpPr>
        <p:grpSpPr>
          <a:xfrm rot="0">
            <a:off x="-481274"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3752520" y="335467"/>
            <a:ext cx="2173870" cy="2173870"/>
          </a:xfrm>
          <a:custGeom>
            <a:avLst/>
            <a:gdLst/>
            <a:ahLst/>
            <a:cxnLst/>
            <a:rect r="r" b="b" t="t" l="l"/>
            <a:pathLst>
              <a:path h="2173870" w="2173870">
                <a:moveTo>
                  <a:pt x="0" y="0"/>
                </a:moveTo>
                <a:lnTo>
                  <a:pt x="2173869" y="0"/>
                </a:lnTo>
                <a:lnTo>
                  <a:pt x="2173869"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033476" y="669335"/>
            <a:ext cx="5270840" cy="1840002"/>
          </a:xfrm>
          <a:custGeom>
            <a:avLst/>
            <a:gdLst/>
            <a:ahLst/>
            <a:cxnLst/>
            <a:rect r="r" b="b" t="t" l="l"/>
            <a:pathLst>
              <a:path h="1840002" w="5270840">
                <a:moveTo>
                  <a:pt x="0" y="0"/>
                </a:moveTo>
                <a:lnTo>
                  <a:pt x="5270839" y="0"/>
                </a:lnTo>
                <a:lnTo>
                  <a:pt x="5270839" y="1840002"/>
                </a:lnTo>
                <a:lnTo>
                  <a:pt x="0" y="184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13243231" y="6951639"/>
            <a:ext cx="4248369" cy="4904354"/>
          </a:xfrm>
          <a:custGeom>
            <a:avLst/>
            <a:gdLst/>
            <a:ahLst/>
            <a:cxnLst/>
            <a:rect r="r" b="b" t="t" l="l"/>
            <a:pathLst>
              <a:path h="4904354" w="4248369">
                <a:moveTo>
                  <a:pt x="4248369" y="0"/>
                </a:moveTo>
                <a:lnTo>
                  <a:pt x="0" y="0"/>
                </a:lnTo>
                <a:lnTo>
                  <a:pt x="0" y="4904354"/>
                </a:lnTo>
                <a:lnTo>
                  <a:pt x="4248369" y="4904354"/>
                </a:lnTo>
                <a:lnTo>
                  <a:pt x="4248369" y="0"/>
                </a:lnTo>
                <a:close/>
              </a:path>
            </a:pathLst>
          </a:custGeom>
          <a:blipFill>
            <a:blip r:embed="rId8"/>
            <a:stretch>
              <a:fillRect l="0" t="0" r="-15440" b="0"/>
            </a:stretch>
          </a:blipFill>
        </p:spPr>
      </p:sp>
      <p:sp>
        <p:nvSpPr>
          <p:cNvPr name="Freeform 8" id="8"/>
          <p:cNvSpPr/>
          <p:nvPr/>
        </p:nvSpPr>
        <p:spPr>
          <a:xfrm flipH="false" flipV="false" rot="0">
            <a:off x="11312871" y="9211106"/>
            <a:ext cx="3526583" cy="1025915"/>
          </a:xfrm>
          <a:custGeom>
            <a:avLst/>
            <a:gdLst/>
            <a:ahLst/>
            <a:cxnLst/>
            <a:rect r="r" b="b" t="t" l="l"/>
            <a:pathLst>
              <a:path h="1025915" w="3526583">
                <a:moveTo>
                  <a:pt x="0" y="0"/>
                </a:moveTo>
                <a:lnTo>
                  <a:pt x="3526583" y="0"/>
                </a:lnTo>
                <a:lnTo>
                  <a:pt x="3526583" y="1025915"/>
                </a:lnTo>
                <a:lnTo>
                  <a:pt x="0" y="102591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020429" y="9161128"/>
            <a:ext cx="3716138" cy="1081058"/>
          </a:xfrm>
          <a:custGeom>
            <a:avLst/>
            <a:gdLst/>
            <a:ahLst/>
            <a:cxnLst/>
            <a:rect r="r" b="b" t="t" l="l"/>
            <a:pathLst>
              <a:path h="1081058" w="3716138">
                <a:moveTo>
                  <a:pt x="0" y="0"/>
                </a:moveTo>
                <a:lnTo>
                  <a:pt x="3716138" y="0"/>
                </a:lnTo>
                <a:lnTo>
                  <a:pt x="3716138" y="1081058"/>
                </a:lnTo>
                <a:lnTo>
                  <a:pt x="0" y="10810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699654" y="8982851"/>
            <a:ext cx="4234185" cy="1231763"/>
          </a:xfrm>
          <a:custGeom>
            <a:avLst/>
            <a:gdLst/>
            <a:ahLst/>
            <a:cxnLst/>
            <a:rect r="r" b="b" t="t" l="l"/>
            <a:pathLst>
              <a:path h="1231763" w="4234185">
                <a:moveTo>
                  <a:pt x="0" y="0"/>
                </a:moveTo>
                <a:lnTo>
                  <a:pt x="4234185" y="0"/>
                </a:lnTo>
                <a:lnTo>
                  <a:pt x="4234185" y="1231764"/>
                </a:lnTo>
                <a:lnTo>
                  <a:pt x="0" y="123176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3165804" y="9161128"/>
            <a:ext cx="3716138" cy="1081058"/>
          </a:xfrm>
          <a:custGeom>
            <a:avLst/>
            <a:gdLst/>
            <a:ahLst/>
            <a:cxnLst/>
            <a:rect r="r" b="b" t="t" l="l"/>
            <a:pathLst>
              <a:path h="1081058" w="3716138">
                <a:moveTo>
                  <a:pt x="0" y="0"/>
                </a:moveTo>
                <a:lnTo>
                  <a:pt x="3716138" y="0"/>
                </a:lnTo>
                <a:lnTo>
                  <a:pt x="3716138" y="1081058"/>
                </a:lnTo>
                <a:lnTo>
                  <a:pt x="0" y="10810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2315815" y="335467"/>
            <a:ext cx="3890591" cy="693233"/>
          </a:xfrm>
          <a:custGeom>
            <a:avLst/>
            <a:gdLst/>
            <a:ahLst/>
            <a:cxnLst/>
            <a:rect r="r" b="b" t="t" l="l"/>
            <a:pathLst>
              <a:path h="693233" w="3890591">
                <a:moveTo>
                  <a:pt x="0" y="0"/>
                </a:moveTo>
                <a:lnTo>
                  <a:pt x="3890592" y="0"/>
                </a:lnTo>
                <a:lnTo>
                  <a:pt x="3890592" y="693233"/>
                </a:lnTo>
                <a:lnTo>
                  <a:pt x="0" y="6932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2802755" y="4801324"/>
            <a:ext cx="5129322" cy="5435697"/>
          </a:xfrm>
          <a:custGeom>
            <a:avLst/>
            <a:gdLst/>
            <a:ahLst/>
            <a:cxnLst/>
            <a:rect r="r" b="b" t="t" l="l"/>
            <a:pathLst>
              <a:path h="5435697" w="5129322">
                <a:moveTo>
                  <a:pt x="0" y="0"/>
                </a:moveTo>
                <a:lnTo>
                  <a:pt x="5129321" y="0"/>
                </a:lnTo>
                <a:lnTo>
                  <a:pt x="5129321" y="5435697"/>
                </a:lnTo>
                <a:lnTo>
                  <a:pt x="0" y="54356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5"/>
            <a:stretch>
              <a:fillRect l="0" t="0" r="0" b="0"/>
            </a:stretch>
          </a:blipFill>
        </p:spPr>
      </p:sp>
      <p:sp>
        <p:nvSpPr>
          <p:cNvPr name="Freeform 15" id="15"/>
          <p:cNvSpPr/>
          <p:nvPr/>
        </p:nvSpPr>
        <p:spPr>
          <a:xfrm flipH="false" flipV="false" rot="0">
            <a:off x="12238058" y="3777240"/>
            <a:ext cx="6049942" cy="2894992"/>
          </a:xfrm>
          <a:custGeom>
            <a:avLst/>
            <a:gdLst/>
            <a:ahLst/>
            <a:cxnLst/>
            <a:rect r="r" b="b" t="t" l="l"/>
            <a:pathLst>
              <a:path h="2894992" w="6049942">
                <a:moveTo>
                  <a:pt x="0" y="0"/>
                </a:moveTo>
                <a:lnTo>
                  <a:pt x="6049942" y="0"/>
                </a:lnTo>
                <a:lnTo>
                  <a:pt x="6049942" y="2894992"/>
                </a:lnTo>
                <a:lnTo>
                  <a:pt x="0" y="2894992"/>
                </a:lnTo>
                <a:lnTo>
                  <a:pt x="0" y="0"/>
                </a:lnTo>
                <a:close/>
              </a:path>
            </a:pathLst>
          </a:custGeom>
          <a:blipFill>
            <a:blip r:embed="rId16"/>
            <a:stretch>
              <a:fillRect l="0" t="0" r="0" b="0"/>
            </a:stretch>
          </a:blipFill>
        </p:spPr>
      </p:sp>
      <p:sp>
        <p:nvSpPr>
          <p:cNvPr name="Freeform 16" id="16"/>
          <p:cNvSpPr/>
          <p:nvPr/>
        </p:nvSpPr>
        <p:spPr>
          <a:xfrm flipH="false" flipV="false" rot="0">
            <a:off x="13752520" y="2135260"/>
            <a:ext cx="3328315" cy="1870090"/>
          </a:xfrm>
          <a:custGeom>
            <a:avLst/>
            <a:gdLst/>
            <a:ahLst/>
            <a:cxnLst/>
            <a:rect r="r" b="b" t="t" l="l"/>
            <a:pathLst>
              <a:path h="1870090" w="3328315">
                <a:moveTo>
                  <a:pt x="0" y="0"/>
                </a:moveTo>
                <a:lnTo>
                  <a:pt x="3328315" y="0"/>
                </a:lnTo>
                <a:lnTo>
                  <a:pt x="3328315" y="1870090"/>
                </a:lnTo>
                <a:lnTo>
                  <a:pt x="0" y="1870090"/>
                </a:lnTo>
                <a:lnTo>
                  <a:pt x="0" y="0"/>
                </a:lnTo>
                <a:close/>
              </a:path>
            </a:pathLst>
          </a:custGeom>
          <a:blipFill>
            <a:blip r:embed="rId17"/>
            <a:stretch>
              <a:fillRect l="0" t="0" r="0" b="0"/>
            </a:stretch>
          </a:blipFill>
        </p:spPr>
      </p:sp>
      <p:sp>
        <p:nvSpPr>
          <p:cNvPr name="Freeform 17" id="17"/>
          <p:cNvSpPr/>
          <p:nvPr/>
        </p:nvSpPr>
        <p:spPr>
          <a:xfrm flipH="false" flipV="false" rot="0">
            <a:off x="1116327" y="2464368"/>
            <a:ext cx="4126756" cy="1431843"/>
          </a:xfrm>
          <a:custGeom>
            <a:avLst/>
            <a:gdLst/>
            <a:ahLst/>
            <a:cxnLst/>
            <a:rect r="r" b="b" t="t" l="l"/>
            <a:pathLst>
              <a:path h="1431843" w="4126756">
                <a:moveTo>
                  <a:pt x="0" y="0"/>
                </a:moveTo>
                <a:lnTo>
                  <a:pt x="4126756" y="0"/>
                </a:lnTo>
                <a:lnTo>
                  <a:pt x="4126756" y="1431843"/>
                </a:lnTo>
                <a:lnTo>
                  <a:pt x="0" y="1431843"/>
                </a:lnTo>
                <a:lnTo>
                  <a:pt x="0" y="0"/>
                </a:lnTo>
                <a:close/>
              </a:path>
            </a:pathLst>
          </a:custGeom>
          <a:blipFill>
            <a:blip r:embed="rId18"/>
            <a:stretch>
              <a:fillRect l="0" t="0" r="0" b="0"/>
            </a:stretch>
          </a:blipFill>
        </p:spPr>
      </p:sp>
      <p:sp>
        <p:nvSpPr>
          <p:cNvPr name="Freeform 18" id="18"/>
          <p:cNvSpPr/>
          <p:nvPr/>
        </p:nvSpPr>
        <p:spPr>
          <a:xfrm flipH="false" flipV="false" rot="0">
            <a:off x="7163753" y="5412883"/>
            <a:ext cx="3960495" cy="1984758"/>
          </a:xfrm>
          <a:custGeom>
            <a:avLst/>
            <a:gdLst/>
            <a:ahLst/>
            <a:cxnLst/>
            <a:rect r="r" b="b" t="t" l="l"/>
            <a:pathLst>
              <a:path h="1984758" w="3960495">
                <a:moveTo>
                  <a:pt x="0" y="0"/>
                </a:moveTo>
                <a:lnTo>
                  <a:pt x="3960494" y="0"/>
                </a:lnTo>
                <a:lnTo>
                  <a:pt x="3960494" y="1984758"/>
                </a:lnTo>
                <a:lnTo>
                  <a:pt x="0" y="1984758"/>
                </a:lnTo>
                <a:lnTo>
                  <a:pt x="0" y="0"/>
                </a:lnTo>
                <a:close/>
              </a:path>
            </a:pathLst>
          </a:custGeom>
          <a:blipFill>
            <a:blip r:embed="rId19"/>
            <a:stretch>
              <a:fillRect l="0" t="0" r="0" b="0"/>
            </a:stretch>
          </a:blipFill>
        </p:spPr>
      </p:sp>
      <p:sp>
        <p:nvSpPr>
          <p:cNvPr name="Freeform 19" id="19"/>
          <p:cNvSpPr/>
          <p:nvPr/>
        </p:nvSpPr>
        <p:spPr>
          <a:xfrm flipH="false" flipV="false" rot="0">
            <a:off x="6806879" y="2135260"/>
            <a:ext cx="4476118" cy="3277623"/>
          </a:xfrm>
          <a:custGeom>
            <a:avLst/>
            <a:gdLst/>
            <a:ahLst/>
            <a:cxnLst/>
            <a:rect r="r" b="b" t="t" l="l"/>
            <a:pathLst>
              <a:path h="3277623" w="4476118">
                <a:moveTo>
                  <a:pt x="0" y="0"/>
                </a:moveTo>
                <a:lnTo>
                  <a:pt x="4476118" y="0"/>
                </a:lnTo>
                <a:lnTo>
                  <a:pt x="4476118" y="3277623"/>
                </a:lnTo>
                <a:lnTo>
                  <a:pt x="0" y="3277623"/>
                </a:lnTo>
                <a:lnTo>
                  <a:pt x="0" y="0"/>
                </a:lnTo>
                <a:close/>
              </a:path>
            </a:pathLst>
          </a:custGeom>
          <a:blipFill>
            <a:blip r:embed="rId20"/>
            <a:stretch>
              <a:fillRect l="0" t="0" r="0" b="0"/>
            </a:stretch>
          </a:blipFill>
        </p:spPr>
      </p:sp>
      <p:sp>
        <p:nvSpPr>
          <p:cNvPr name="TextBox 20" id="20"/>
          <p:cNvSpPr txBox="true"/>
          <p:nvPr/>
        </p:nvSpPr>
        <p:spPr>
          <a:xfrm rot="0">
            <a:off x="330883" y="1151148"/>
            <a:ext cx="60543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REFERÊNCIAS</a:t>
            </a:r>
          </a:p>
        </p:txBody>
      </p:sp>
      <p:sp>
        <p:nvSpPr>
          <p:cNvPr name="Freeform 21" id="21"/>
          <p:cNvSpPr/>
          <p:nvPr/>
        </p:nvSpPr>
        <p:spPr>
          <a:xfrm flipH="false" flipV="false" rot="0">
            <a:off x="507591" y="4172436"/>
            <a:ext cx="5698816" cy="3200547"/>
          </a:xfrm>
          <a:custGeom>
            <a:avLst/>
            <a:gdLst/>
            <a:ahLst/>
            <a:cxnLst/>
            <a:rect r="r" b="b" t="t" l="l"/>
            <a:pathLst>
              <a:path h="3200547" w="5698816">
                <a:moveTo>
                  <a:pt x="0" y="0"/>
                </a:moveTo>
                <a:lnTo>
                  <a:pt x="5698816" y="0"/>
                </a:lnTo>
                <a:lnTo>
                  <a:pt x="5698816" y="3200547"/>
                </a:lnTo>
                <a:lnTo>
                  <a:pt x="0" y="3200547"/>
                </a:lnTo>
                <a:lnTo>
                  <a:pt x="0" y="0"/>
                </a:lnTo>
                <a:close/>
              </a:path>
            </a:pathLst>
          </a:custGeom>
          <a:blipFill>
            <a:blip r:embed="rId21"/>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0567E"/>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6536" y="5679519"/>
            <a:ext cx="3543572" cy="4607481"/>
          </a:xfrm>
          <a:custGeom>
            <a:avLst/>
            <a:gdLst/>
            <a:ahLst/>
            <a:cxnLst/>
            <a:rect r="r" b="b" t="t" l="l"/>
            <a:pathLst>
              <a:path h="4607481" w="3543572">
                <a:moveTo>
                  <a:pt x="0" y="0"/>
                </a:moveTo>
                <a:lnTo>
                  <a:pt x="3543571" y="0"/>
                </a:lnTo>
                <a:lnTo>
                  <a:pt x="3543571" y="4607481"/>
                </a:lnTo>
                <a:lnTo>
                  <a:pt x="0" y="4607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96685" y="730459"/>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32871" y="763448"/>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8368497" y="99021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7016172" y="1516515"/>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3978908" y="6231600"/>
            <a:ext cx="3026700" cy="6053399"/>
          </a:xfrm>
          <a:custGeom>
            <a:avLst/>
            <a:gdLst/>
            <a:ahLst/>
            <a:cxnLst/>
            <a:rect r="r" b="b" t="t" l="l"/>
            <a:pathLst>
              <a:path h="6053399" w="3026700">
                <a:moveTo>
                  <a:pt x="0" y="0"/>
                </a:moveTo>
                <a:lnTo>
                  <a:pt x="3026700" y="0"/>
                </a:lnTo>
                <a:lnTo>
                  <a:pt x="3026700" y="6053400"/>
                </a:lnTo>
                <a:lnTo>
                  <a:pt x="0" y="6053400"/>
                </a:lnTo>
                <a:lnTo>
                  <a:pt x="0" y="0"/>
                </a:lnTo>
                <a:close/>
              </a:path>
            </a:pathLst>
          </a:custGeom>
          <a:blipFill>
            <a:blip r:embed="rId12"/>
            <a:stretch>
              <a:fillRect l="0" t="0" r="0" b="0"/>
            </a:stretch>
          </a:blipFill>
        </p:spPr>
      </p:sp>
      <p:sp>
        <p:nvSpPr>
          <p:cNvPr name="Freeform 11" id="11"/>
          <p:cNvSpPr/>
          <p:nvPr/>
        </p:nvSpPr>
        <p:spPr>
          <a:xfrm flipH="false" flipV="false" rot="0">
            <a:off x="11483319"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14478346" y="9161128"/>
            <a:ext cx="2537827" cy="1125872"/>
          </a:xfrm>
          <a:custGeom>
            <a:avLst/>
            <a:gdLst/>
            <a:ahLst/>
            <a:cxnLst/>
            <a:rect r="r" b="b" t="t" l="l"/>
            <a:pathLst>
              <a:path h="1125872" w="2537827">
                <a:moveTo>
                  <a:pt x="0" y="0"/>
                </a:moveTo>
                <a:lnTo>
                  <a:pt x="2537826" y="0"/>
                </a:lnTo>
                <a:lnTo>
                  <a:pt x="2537826" y="1125872"/>
                </a:lnTo>
                <a:lnTo>
                  <a:pt x="0" y="1125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3" id="13"/>
          <p:cNvSpPr/>
          <p:nvPr/>
        </p:nvSpPr>
        <p:spPr>
          <a:xfrm flipH="false" flipV="false" rot="0">
            <a:off x="17473372"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8416768" y="2603450"/>
            <a:ext cx="10077554" cy="5474227"/>
          </a:xfrm>
          <a:custGeom>
            <a:avLst/>
            <a:gdLst/>
            <a:ahLst/>
            <a:cxnLst/>
            <a:rect r="r" b="b" t="t" l="l"/>
            <a:pathLst>
              <a:path h="5474227" w="10077554">
                <a:moveTo>
                  <a:pt x="0" y="0"/>
                </a:moveTo>
                <a:lnTo>
                  <a:pt x="10077554" y="0"/>
                </a:lnTo>
                <a:lnTo>
                  <a:pt x="10077554" y="5474226"/>
                </a:lnTo>
                <a:lnTo>
                  <a:pt x="0" y="5474226"/>
                </a:lnTo>
                <a:lnTo>
                  <a:pt x="0" y="0"/>
                </a:lnTo>
                <a:close/>
              </a:path>
            </a:pathLst>
          </a:custGeom>
          <a:blipFill>
            <a:blip r:embed="rId15"/>
            <a:stretch>
              <a:fillRect l="0" t="0" r="0" b="0"/>
            </a:stretch>
          </a:blipFill>
        </p:spPr>
      </p:sp>
      <p:sp>
        <p:nvSpPr>
          <p:cNvPr name="TextBox 15" id="15"/>
          <p:cNvSpPr txBox="true"/>
          <p:nvPr/>
        </p:nvSpPr>
        <p:spPr>
          <a:xfrm rot="0">
            <a:off x="418664" y="1972089"/>
            <a:ext cx="60543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TREINAMENTO</a:t>
            </a:r>
          </a:p>
        </p:txBody>
      </p:sp>
      <p:sp>
        <p:nvSpPr>
          <p:cNvPr name="TextBox 16" id="16"/>
          <p:cNvSpPr txBox="true"/>
          <p:nvPr/>
        </p:nvSpPr>
        <p:spPr>
          <a:xfrm rot="0">
            <a:off x="240321" y="3302413"/>
            <a:ext cx="8176447" cy="2377106"/>
          </a:xfrm>
          <a:prstGeom prst="rect">
            <a:avLst/>
          </a:prstGeom>
        </p:spPr>
        <p:txBody>
          <a:bodyPr anchor="t" rtlCol="false" tIns="0" lIns="0" bIns="0" rIns="0">
            <a:spAutoFit/>
          </a:bodyPr>
          <a:lstStyle/>
          <a:p>
            <a:pPr algn="just">
              <a:lnSpc>
                <a:spcPts val="3189"/>
              </a:lnSpc>
            </a:pPr>
            <a:r>
              <a:rPr lang="en-US" sz="2278">
                <a:solidFill>
                  <a:srgbClr val="FFFFFF"/>
                </a:solidFill>
                <a:latin typeface="Roboto"/>
                <a:ea typeface="Roboto"/>
                <a:cs typeface="Roboto"/>
                <a:sym typeface="Roboto"/>
              </a:rPr>
              <a:t>Você poderá treinar seus Mandinhos™ com diferentes equipamentos, que aumentarão status como força, ataque especial e velocidade.</a:t>
            </a:r>
          </a:p>
          <a:p>
            <a:pPr algn="just">
              <a:lnSpc>
                <a:spcPts val="3189"/>
              </a:lnSpc>
            </a:pPr>
          </a:p>
          <a:p>
            <a:pPr algn="just">
              <a:lnSpc>
                <a:spcPts val="3189"/>
              </a:lnSpc>
              <a:spcBef>
                <a:spcPct val="0"/>
              </a:spcBef>
            </a:pPr>
            <a:r>
              <a:rPr lang="en-US" sz="2278">
                <a:solidFill>
                  <a:srgbClr val="FFFFFF"/>
                </a:solidFill>
                <a:latin typeface="Roboto"/>
                <a:ea typeface="Roboto"/>
                <a:cs typeface="Roboto"/>
                <a:sym typeface="Roboto"/>
              </a:rPr>
              <a:t>Ao conseguir uma quantidade de status o Mandinho irá evoluir, mudando sua aparência e ganhando novas habilidades.</a:t>
            </a:r>
          </a:p>
        </p:txBody>
      </p:sp>
      <p:sp>
        <p:nvSpPr>
          <p:cNvPr name="Freeform 17" id="17"/>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6487C6"/>
        </a:solidFill>
      </p:bgPr>
    </p:bg>
    <p:spTree>
      <p:nvGrpSpPr>
        <p:cNvPr id="1" name=""/>
        <p:cNvGrpSpPr/>
        <p:nvPr/>
      </p:nvGrpSpPr>
      <p:grpSpPr>
        <a:xfrm>
          <a:off x="0" y="0"/>
          <a:ext cx="0" cy="0"/>
          <a:chOff x="0" y="0"/>
          <a:chExt cx="0" cy="0"/>
        </a:xfrm>
      </p:grpSpPr>
      <p:grpSp>
        <p:nvGrpSpPr>
          <p:cNvPr name="Group 2" id="2"/>
          <p:cNvGrpSpPr/>
          <p:nvPr/>
        </p:nvGrpSpPr>
        <p:grpSpPr>
          <a:xfrm rot="0">
            <a:off x="-380071" y="237550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8038242" y="5531258"/>
            <a:ext cx="2173870" cy="2173870"/>
          </a:xfrm>
          <a:custGeom>
            <a:avLst/>
            <a:gdLst/>
            <a:ahLst/>
            <a:cxnLst/>
            <a:rect r="r" b="b" t="t" l="l"/>
            <a:pathLst>
              <a:path h="2173870" w="2173870">
                <a:moveTo>
                  <a:pt x="0" y="0"/>
                </a:moveTo>
                <a:lnTo>
                  <a:pt x="2173869" y="0"/>
                </a:lnTo>
                <a:lnTo>
                  <a:pt x="2173869"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21029" y="8384137"/>
            <a:ext cx="4009865" cy="1902863"/>
          </a:xfrm>
          <a:custGeom>
            <a:avLst/>
            <a:gdLst/>
            <a:ahLst/>
            <a:cxnLst/>
            <a:rect r="r" b="b" t="t" l="l"/>
            <a:pathLst>
              <a:path h="1902863" w="4009865">
                <a:moveTo>
                  <a:pt x="0" y="0"/>
                </a:moveTo>
                <a:lnTo>
                  <a:pt x="4009865" y="0"/>
                </a:lnTo>
                <a:lnTo>
                  <a:pt x="4009865" y="1902863"/>
                </a:lnTo>
                <a:lnTo>
                  <a:pt x="0" y="19028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462701" y="9335568"/>
            <a:ext cx="2537827" cy="1125872"/>
          </a:xfrm>
          <a:custGeom>
            <a:avLst/>
            <a:gdLst/>
            <a:ahLst/>
            <a:cxnLst/>
            <a:rect r="r" b="b" t="t" l="l"/>
            <a:pathLst>
              <a:path h="1125872" w="2537827">
                <a:moveTo>
                  <a:pt x="0" y="0"/>
                </a:moveTo>
                <a:lnTo>
                  <a:pt x="2537826" y="0"/>
                </a:lnTo>
                <a:lnTo>
                  <a:pt x="2537826" y="1125873"/>
                </a:lnTo>
                <a:lnTo>
                  <a:pt x="0" y="11258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333902"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7259300"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0" y="1005745"/>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2841692" y="1344010"/>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true" flipV="false" rot="0">
            <a:off x="10806936" y="1682275"/>
            <a:ext cx="3890591" cy="693233"/>
          </a:xfrm>
          <a:custGeom>
            <a:avLst/>
            <a:gdLst/>
            <a:ahLst/>
            <a:cxnLst/>
            <a:rect r="r" b="b" t="t" l="l"/>
            <a:pathLst>
              <a:path h="693233" w="3890591">
                <a:moveTo>
                  <a:pt x="3890592" y="0"/>
                </a:moveTo>
                <a:lnTo>
                  <a:pt x="0" y="0"/>
                </a:lnTo>
                <a:lnTo>
                  <a:pt x="0" y="693232"/>
                </a:lnTo>
                <a:lnTo>
                  <a:pt x="3890592" y="693232"/>
                </a:lnTo>
                <a:lnTo>
                  <a:pt x="3890592"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6545510" y="5855538"/>
            <a:ext cx="4069227" cy="4069227"/>
          </a:xfrm>
          <a:custGeom>
            <a:avLst/>
            <a:gdLst/>
            <a:ahLst/>
            <a:cxnLst/>
            <a:rect r="r" b="b" t="t" l="l"/>
            <a:pathLst>
              <a:path h="4069227" w="4069227">
                <a:moveTo>
                  <a:pt x="0" y="0"/>
                </a:moveTo>
                <a:lnTo>
                  <a:pt x="4069227" y="0"/>
                </a:lnTo>
                <a:lnTo>
                  <a:pt x="4069227" y="4069227"/>
                </a:lnTo>
                <a:lnTo>
                  <a:pt x="0" y="4069227"/>
                </a:lnTo>
                <a:lnTo>
                  <a:pt x="0" y="0"/>
                </a:lnTo>
                <a:close/>
              </a:path>
            </a:pathLst>
          </a:custGeom>
          <a:blipFill>
            <a:blip r:embed="rId18"/>
            <a:stretch>
              <a:fillRect l="0" t="0" r="0" b="0"/>
            </a:stretch>
          </a:blipFill>
        </p:spPr>
      </p:sp>
      <p:sp>
        <p:nvSpPr>
          <p:cNvPr name="TextBox 14" id="14"/>
          <p:cNvSpPr txBox="true"/>
          <p:nvPr/>
        </p:nvSpPr>
        <p:spPr>
          <a:xfrm rot="0">
            <a:off x="3060495" y="499041"/>
            <a:ext cx="12130934" cy="911224"/>
          </a:xfrm>
          <a:prstGeom prst="rect">
            <a:avLst/>
          </a:prstGeom>
        </p:spPr>
        <p:txBody>
          <a:bodyPr anchor="t" rtlCol="false" tIns="0" lIns="0" bIns="0" rIns="0">
            <a:spAutoFit/>
          </a:bodyPr>
          <a:lstStyle/>
          <a:p>
            <a:pPr algn="ctr" marL="0" indent="0" lvl="0">
              <a:lnSpc>
                <a:spcPts val="7000"/>
              </a:lnSpc>
              <a:spcBef>
                <a:spcPct val="0"/>
              </a:spcBef>
            </a:pPr>
            <a:r>
              <a:rPr lang="en-US" sz="5000">
                <a:solidFill>
                  <a:srgbClr val="FFFFFF"/>
                </a:solidFill>
                <a:latin typeface="Arcade Gamer"/>
                <a:ea typeface="Arcade Gamer"/>
                <a:cs typeface="Arcade Gamer"/>
                <a:sym typeface="Arcade Gamer"/>
              </a:rPr>
              <a:t>BATALHAS</a:t>
            </a:r>
          </a:p>
        </p:txBody>
      </p:sp>
      <p:sp>
        <p:nvSpPr>
          <p:cNvPr name="Freeform 15" id="15"/>
          <p:cNvSpPr/>
          <p:nvPr/>
        </p:nvSpPr>
        <p:spPr>
          <a:xfrm flipH="false" flipV="false" rot="0">
            <a:off x="-2990107" y="1781250"/>
            <a:ext cx="4727113" cy="4727113"/>
          </a:xfrm>
          <a:custGeom>
            <a:avLst/>
            <a:gdLst/>
            <a:ahLst/>
            <a:cxnLst/>
            <a:rect r="r" b="b" t="t" l="l"/>
            <a:pathLst>
              <a:path h="4727113" w="4727113">
                <a:moveTo>
                  <a:pt x="0" y="0"/>
                </a:moveTo>
                <a:lnTo>
                  <a:pt x="4727113" y="0"/>
                </a:lnTo>
                <a:lnTo>
                  <a:pt x="4727113" y="4727113"/>
                </a:lnTo>
                <a:lnTo>
                  <a:pt x="0" y="4727113"/>
                </a:lnTo>
                <a:lnTo>
                  <a:pt x="0" y="0"/>
                </a:lnTo>
                <a:close/>
              </a:path>
            </a:pathLst>
          </a:custGeom>
          <a:blipFill>
            <a:blip r:embed="rId19"/>
            <a:stretch>
              <a:fillRect l="0" t="0" r="0" b="0"/>
            </a:stretch>
          </a:blipFill>
        </p:spPr>
      </p:sp>
      <p:sp>
        <p:nvSpPr>
          <p:cNvPr name="TextBox 16" id="16"/>
          <p:cNvSpPr txBox="true"/>
          <p:nvPr/>
        </p:nvSpPr>
        <p:spPr>
          <a:xfrm rot="0">
            <a:off x="1498056" y="3772982"/>
            <a:ext cx="9069056" cy="1758276"/>
          </a:xfrm>
          <a:prstGeom prst="rect">
            <a:avLst/>
          </a:prstGeom>
        </p:spPr>
        <p:txBody>
          <a:bodyPr anchor="t" rtlCol="false" tIns="0" lIns="0" bIns="0" rIns="0">
            <a:spAutoFit/>
          </a:bodyPr>
          <a:lstStyle/>
          <a:p>
            <a:pPr algn="just">
              <a:lnSpc>
                <a:spcPts val="3538"/>
              </a:lnSpc>
              <a:spcBef>
                <a:spcPct val="0"/>
              </a:spcBef>
            </a:pPr>
            <a:r>
              <a:rPr lang="en-US" sz="2527">
                <a:solidFill>
                  <a:srgbClr val="FFFFFF"/>
                </a:solidFill>
                <a:latin typeface="Roboto"/>
                <a:ea typeface="Roboto"/>
                <a:cs typeface="Roboto"/>
                <a:sym typeface="Roboto"/>
              </a:rPr>
              <a:t>O sistema de batalhas será um autobattle com visão superior da arena, no qual os Mandinhos™ usarão ataques à curta e longa distância e se moverão automaticamente como desejarem</a:t>
            </a:r>
          </a:p>
        </p:txBody>
      </p:sp>
      <p:sp>
        <p:nvSpPr>
          <p:cNvPr name="Freeform 17" id="17"/>
          <p:cNvSpPr/>
          <p:nvPr/>
        </p:nvSpPr>
        <p:spPr>
          <a:xfrm flipH="false" flipV="false" rot="0">
            <a:off x="10614737" y="3387241"/>
            <a:ext cx="7423505" cy="4323964"/>
          </a:xfrm>
          <a:custGeom>
            <a:avLst/>
            <a:gdLst/>
            <a:ahLst/>
            <a:cxnLst/>
            <a:rect r="r" b="b" t="t" l="l"/>
            <a:pathLst>
              <a:path h="4323964" w="7423505">
                <a:moveTo>
                  <a:pt x="0" y="0"/>
                </a:moveTo>
                <a:lnTo>
                  <a:pt x="7423505" y="0"/>
                </a:lnTo>
                <a:lnTo>
                  <a:pt x="7423505" y="4323964"/>
                </a:lnTo>
                <a:lnTo>
                  <a:pt x="0" y="4323964"/>
                </a:lnTo>
                <a:lnTo>
                  <a:pt x="0" y="0"/>
                </a:lnTo>
                <a:close/>
              </a:path>
            </a:pathLst>
          </a:custGeom>
          <a:blipFill>
            <a:blip r:embed="rId20"/>
            <a:stretch>
              <a:fillRect l="0" t="0" r="0" b="0"/>
            </a:stretch>
          </a:blipFill>
        </p:spPr>
      </p:sp>
      <p:sp>
        <p:nvSpPr>
          <p:cNvPr name="Freeform 18" id="18"/>
          <p:cNvSpPr/>
          <p:nvPr/>
        </p:nvSpPr>
        <p:spPr>
          <a:xfrm flipH="false" flipV="false" rot="0">
            <a:off x="12206441" y="5287799"/>
            <a:ext cx="1455846" cy="1455846"/>
          </a:xfrm>
          <a:custGeom>
            <a:avLst/>
            <a:gdLst/>
            <a:ahLst/>
            <a:cxnLst/>
            <a:rect r="r" b="b" t="t" l="l"/>
            <a:pathLst>
              <a:path h="1455846" w="1455846">
                <a:moveTo>
                  <a:pt x="0" y="0"/>
                </a:moveTo>
                <a:lnTo>
                  <a:pt x="1455846" y="0"/>
                </a:lnTo>
                <a:lnTo>
                  <a:pt x="1455846" y="1455845"/>
                </a:lnTo>
                <a:lnTo>
                  <a:pt x="0" y="1455845"/>
                </a:lnTo>
                <a:lnTo>
                  <a:pt x="0" y="0"/>
                </a:lnTo>
                <a:close/>
              </a:path>
            </a:pathLst>
          </a:custGeom>
          <a:blipFill>
            <a:blip r:embed="rId21"/>
            <a:stretch>
              <a:fillRect l="0" t="0" r="0" b="0"/>
            </a:stretch>
          </a:blipFill>
        </p:spPr>
      </p:sp>
      <p:sp>
        <p:nvSpPr>
          <p:cNvPr name="Freeform 19" id="19"/>
          <p:cNvSpPr/>
          <p:nvPr/>
        </p:nvSpPr>
        <p:spPr>
          <a:xfrm flipH="false" flipV="false" rot="0">
            <a:off x="13756376" y="5737711"/>
            <a:ext cx="782882" cy="770652"/>
          </a:xfrm>
          <a:custGeom>
            <a:avLst/>
            <a:gdLst/>
            <a:ahLst/>
            <a:cxnLst/>
            <a:rect r="r" b="b" t="t" l="l"/>
            <a:pathLst>
              <a:path h="770652" w="782882">
                <a:moveTo>
                  <a:pt x="0" y="0"/>
                </a:moveTo>
                <a:lnTo>
                  <a:pt x="782882" y="0"/>
                </a:lnTo>
                <a:lnTo>
                  <a:pt x="782882" y="770652"/>
                </a:lnTo>
                <a:lnTo>
                  <a:pt x="0" y="770652"/>
                </a:lnTo>
                <a:lnTo>
                  <a:pt x="0" y="0"/>
                </a:lnTo>
                <a:close/>
              </a:path>
            </a:pathLst>
          </a:custGeom>
          <a:blipFill>
            <a:blip r:embed="rId22"/>
            <a:stretch>
              <a:fillRect l="0" t="0" r="0" b="-103173"/>
            </a:stretch>
          </a:blipFill>
        </p:spPr>
      </p:sp>
      <p:sp>
        <p:nvSpPr>
          <p:cNvPr name="Freeform 20" id="20"/>
          <p:cNvSpPr/>
          <p:nvPr/>
        </p:nvSpPr>
        <p:spPr>
          <a:xfrm flipH="false" flipV="false" rot="0">
            <a:off x="-1325521"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545681"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4471079" y="9335568"/>
            <a:ext cx="2537827" cy="1125872"/>
          </a:xfrm>
          <a:custGeom>
            <a:avLst/>
            <a:gdLst/>
            <a:ahLst/>
            <a:cxnLst/>
            <a:rect r="r" b="b" t="t" l="l"/>
            <a:pathLst>
              <a:path h="1125872" w="2537827">
                <a:moveTo>
                  <a:pt x="0" y="0"/>
                </a:moveTo>
                <a:lnTo>
                  <a:pt x="2537826" y="0"/>
                </a:lnTo>
                <a:lnTo>
                  <a:pt x="2537826" y="1125873"/>
                </a:lnTo>
                <a:lnTo>
                  <a:pt x="0" y="112587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3" id="23"/>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2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1A7C6"/>
        </a:solidFill>
      </p:bgPr>
    </p:bg>
    <p:spTree>
      <p:nvGrpSpPr>
        <p:cNvPr id="1" name=""/>
        <p:cNvGrpSpPr/>
        <p:nvPr/>
      </p:nvGrpSpPr>
      <p:grpSpPr>
        <a:xfrm>
          <a:off x="0" y="0"/>
          <a:ext cx="0" cy="0"/>
          <a:chOff x="0" y="0"/>
          <a:chExt cx="0" cy="0"/>
        </a:xfrm>
      </p:grpSpPr>
      <p:grpSp>
        <p:nvGrpSpPr>
          <p:cNvPr name="Group 2" id="2"/>
          <p:cNvGrpSpPr/>
          <p:nvPr/>
        </p:nvGrpSpPr>
        <p:grpSpPr>
          <a:xfrm rot="0">
            <a:off x="-1536425" y="4033023"/>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2057968" y="4812537"/>
            <a:ext cx="473178" cy="475380"/>
            <a:chOff x="0" y="0"/>
            <a:chExt cx="567464" cy="570105"/>
          </a:xfrm>
        </p:grpSpPr>
        <p:sp>
          <p:nvSpPr>
            <p:cNvPr name="Freeform 6" id="6"/>
            <p:cNvSpPr/>
            <p:nvPr/>
          </p:nvSpPr>
          <p:spPr>
            <a:xfrm flipH="false" flipV="false" rot="0">
              <a:off x="0" y="0"/>
              <a:ext cx="567464" cy="570105"/>
            </a:xfrm>
            <a:custGeom>
              <a:avLst/>
              <a:gdLst/>
              <a:ahLst/>
              <a:cxnLst/>
              <a:rect r="r" b="b" t="t" l="l"/>
              <a:pathLst>
                <a:path h="570105" w="567464">
                  <a:moveTo>
                    <a:pt x="0" y="0"/>
                  </a:moveTo>
                  <a:lnTo>
                    <a:pt x="567464" y="0"/>
                  </a:lnTo>
                  <a:lnTo>
                    <a:pt x="567464" y="570105"/>
                  </a:lnTo>
                  <a:lnTo>
                    <a:pt x="0" y="570105"/>
                  </a:lnTo>
                  <a:close/>
                </a:path>
              </a:pathLst>
            </a:custGeom>
            <a:solidFill>
              <a:srgbClr val="E2A9F1"/>
            </a:solidFill>
          </p:spPr>
        </p:sp>
        <p:sp>
          <p:nvSpPr>
            <p:cNvPr name="TextBox 7" id="7"/>
            <p:cNvSpPr txBox="true"/>
            <p:nvPr/>
          </p:nvSpPr>
          <p:spPr>
            <a:xfrm>
              <a:off x="0" y="-47625"/>
              <a:ext cx="567464" cy="617730"/>
            </a:xfrm>
            <a:prstGeom prst="rect">
              <a:avLst/>
            </a:prstGeom>
          </p:spPr>
          <p:txBody>
            <a:bodyPr anchor="ctr" rtlCol="false" tIns="50800" lIns="50800" bIns="50800" rIns="50800"/>
            <a:lstStyle/>
            <a:p>
              <a:pPr algn="ctr">
                <a:lnSpc>
                  <a:spcPts val="2239"/>
                </a:lnSpc>
              </a:pPr>
            </a:p>
          </p:txBody>
        </p:sp>
      </p:grpSp>
      <p:sp>
        <p:nvSpPr>
          <p:cNvPr name="Freeform 8" id="8"/>
          <p:cNvSpPr/>
          <p:nvPr/>
        </p:nvSpPr>
        <p:spPr>
          <a:xfrm flipH="false" flipV="false" rot="0">
            <a:off x="-801343" y="-1036990"/>
            <a:ext cx="4727113" cy="4727113"/>
          </a:xfrm>
          <a:custGeom>
            <a:avLst/>
            <a:gdLst/>
            <a:ahLst/>
            <a:cxnLst/>
            <a:rect r="r" b="b" t="t" l="l"/>
            <a:pathLst>
              <a:path h="4727113" w="4727113">
                <a:moveTo>
                  <a:pt x="0" y="0"/>
                </a:moveTo>
                <a:lnTo>
                  <a:pt x="4727113" y="0"/>
                </a:lnTo>
                <a:lnTo>
                  <a:pt x="4727113" y="4727113"/>
                </a:lnTo>
                <a:lnTo>
                  <a:pt x="0" y="4727113"/>
                </a:lnTo>
                <a:lnTo>
                  <a:pt x="0" y="0"/>
                </a:lnTo>
                <a:close/>
              </a:path>
            </a:pathLst>
          </a:custGeom>
          <a:blipFill>
            <a:blip r:embed="rId4"/>
            <a:stretch>
              <a:fillRect l="0" t="0" r="0" b="0"/>
            </a:stretch>
          </a:blipFill>
        </p:spPr>
      </p:sp>
      <p:grpSp>
        <p:nvGrpSpPr>
          <p:cNvPr name="Group 9" id="9"/>
          <p:cNvGrpSpPr/>
          <p:nvPr/>
        </p:nvGrpSpPr>
        <p:grpSpPr>
          <a:xfrm rot="0">
            <a:off x="2035035" y="3012372"/>
            <a:ext cx="473178" cy="473178"/>
            <a:chOff x="0" y="0"/>
            <a:chExt cx="567464" cy="567464"/>
          </a:xfrm>
        </p:grpSpPr>
        <p:sp>
          <p:nvSpPr>
            <p:cNvPr name="Freeform 10" id="10"/>
            <p:cNvSpPr/>
            <p:nvPr/>
          </p:nvSpPr>
          <p:spPr>
            <a:xfrm flipH="false" flipV="false" rot="0">
              <a:off x="0" y="0"/>
              <a:ext cx="567464" cy="567464"/>
            </a:xfrm>
            <a:custGeom>
              <a:avLst/>
              <a:gdLst/>
              <a:ahLst/>
              <a:cxnLst/>
              <a:rect r="r" b="b" t="t" l="l"/>
              <a:pathLst>
                <a:path h="567464" w="567464">
                  <a:moveTo>
                    <a:pt x="0" y="0"/>
                  </a:moveTo>
                  <a:lnTo>
                    <a:pt x="567464" y="0"/>
                  </a:lnTo>
                  <a:lnTo>
                    <a:pt x="567464" y="567464"/>
                  </a:lnTo>
                  <a:lnTo>
                    <a:pt x="0" y="567464"/>
                  </a:lnTo>
                  <a:close/>
                </a:path>
              </a:pathLst>
            </a:custGeom>
            <a:solidFill>
              <a:srgbClr val="FF5757"/>
            </a:solidFill>
          </p:spPr>
        </p:sp>
        <p:sp>
          <p:nvSpPr>
            <p:cNvPr name="TextBox 11" id="11"/>
            <p:cNvSpPr txBox="true"/>
            <p:nvPr/>
          </p:nvSpPr>
          <p:spPr>
            <a:xfrm>
              <a:off x="0" y="-47625"/>
              <a:ext cx="567464" cy="615089"/>
            </a:xfrm>
            <a:prstGeom prst="rect">
              <a:avLst/>
            </a:prstGeom>
          </p:spPr>
          <p:txBody>
            <a:bodyPr anchor="ctr" rtlCol="false" tIns="50800" lIns="50800" bIns="50800" rIns="50800"/>
            <a:lstStyle/>
            <a:p>
              <a:pPr algn="ctr">
                <a:lnSpc>
                  <a:spcPts val="2239"/>
                </a:lnSpc>
              </a:pPr>
            </a:p>
          </p:txBody>
        </p:sp>
      </p:grpSp>
      <p:sp>
        <p:nvSpPr>
          <p:cNvPr name="Freeform 12" id="12"/>
          <p:cNvSpPr/>
          <p:nvPr/>
        </p:nvSpPr>
        <p:spPr>
          <a:xfrm flipH="false" flipV="false" rot="0">
            <a:off x="11406949" y="4915924"/>
            <a:ext cx="5129322" cy="5435697"/>
          </a:xfrm>
          <a:custGeom>
            <a:avLst/>
            <a:gdLst/>
            <a:ahLst/>
            <a:cxnLst/>
            <a:rect r="r" b="b" t="t" l="l"/>
            <a:pathLst>
              <a:path h="5435697" w="5129322">
                <a:moveTo>
                  <a:pt x="0" y="0"/>
                </a:moveTo>
                <a:lnTo>
                  <a:pt x="5129322" y="0"/>
                </a:lnTo>
                <a:lnTo>
                  <a:pt x="5129322" y="5435697"/>
                </a:lnTo>
                <a:lnTo>
                  <a:pt x="0" y="5435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0443814" y="932611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5909765" y="9103524"/>
            <a:ext cx="1095067" cy="1303651"/>
          </a:xfrm>
          <a:custGeom>
            <a:avLst/>
            <a:gdLst/>
            <a:ahLst/>
            <a:cxnLst/>
            <a:rect r="r" b="b" t="t" l="l"/>
            <a:pathLst>
              <a:path h="1303651" w="1095067">
                <a:moveTo>
                  <a:pt x="0" y="0"/>
                </a:moveTo>
                <a:lnTo>
                  <a:pt x="1095067" y="0"/>
                </a:lnTo>
                <a:lnTo>
                  <a:pt x="1095067" y="1303651"/>
                </a:lnTo>
                <a:lnTo>
                  <a:pt x="0" y="13036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true" flipV="false" rot="0">
            <a:off x="16874731" y="9138125"/>
            <a:ext cx="963206" cy="1146673"/>
          </a:xfrm>
          <a:custGeom>
            <a:avLst/>
            <a:gdLst/>
            <a:ahLst/>
            <a:cxnLst/>
            <a:rect r="r" b="b" t="t" l="l"/>
            <a:pathLst>
              <a:path h="1146673" w="963206">
                <a:moveTo>
                  <a:pt x="963206" y="0"/>
                </a:moveTo>
                <a:lnTo>
                  <a:pt x="0" y="0"/>
                </a:lnTo>
                <a:lnTo>
                  <a:pt x="0" y="1146673"/>
                </a:lnTo>
                <a:lnTo>
                  <a:pt x="963206" y="1146673"/>
                </a:lnTo>
                <a:lnTo>
                  <a:pt x="963206"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15016663" y="9326117"/>
            <a:ext cx="3716138" cy="1081058"/>
          </a:xfrm>
          <a:custGeom>
            <a:avLst/>
            <a:gdLst/>
            <a:ahLst/>
            <a:cxnLst/>
            <a:rect r="r" b="b" t="t" l="l"/>
            <a:pathLst>
              <a:path h="1081058" w="3716138">
                <a:moveTo>
                  <a:pt x="0" y="0"/>
                </a:moveTo>
                <a:lnTo>
                  <a:pt x="3716137" y="0"/>
                </a:lnTo>
                <a:lnTo>
                  <a:pt x="3716137" y="1081058"/>
                </a:lnTo>
                <a:lnTo>
                  <a:pt x="0" y="10810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true" flipV="false" rot="0">
            <a:off x="-650424" y="9258300"/>
            <a:ext cx="3716138" cy="1081058"/>
          </a:xfrm>
          <a:custGeom>
            <a:avLst/>
            <a:gdLst/>
            <a:ahLst/>
            <a:cxnLst/>
            <a:rect r="r" b="b" t="t" l="l"/>
            <a:pathLst>
              <a:path h="1081058" w="3716138">
                <a:moveTo>
                  <a:pt x="3716138" y="0"/>
                </a:moveTo>
                <a:lnTo>
                  <a:pt x="0" y="0"/>
                </a:lnTo>
                <a:lnTo>
                  <a:pt x="0" y="1081058"/>
                </a:lnTo>
                <a:lnTo>
                  <a:pt x="3716138" y="1081058"/>
                </a:lnTo>
                <a:lnTo>
                  <a:pt x="371613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true" flipV="false" rot="0">
            <a:off x="11406949" y="4146717"/>
            <a:ext cx="2741644" cy="2741644"/>
          </a:xfrm>
          <a:custGeom>
            <a:avLst/>
            <a:gdLst/>
            <a:ahLst/>
            <a:cxnLst/>
            <a:rect r="r" b="b" t="t" l="l"/>
            <a:pathLst>
              <a:path h="2741644" w="2741644">
                <a:moveTo>
                  <a:pt x="2741644" y="0"/>
                </a:moveTo>
                <a:lnTo>
                  <a:pt x="0" y="0"/>
                </a:lnTo>
                <a:lnTo>
                  <a:pt x="0" y="2741644"/>
                </a:lnTo>
                <a:lnTo>
                  <a:pt x="2741644" y="2741644"/>
                </a:lnTo>
                <a:lnTo>
                  <a:pt x="2741644" y="0"/>
                </a:lnTo>
                <a:close/>
              </a:path>
            </a:pathLst>
          </a:custGeom>
          <a:blipFill>
            <a:blip r:embed="rId13"/>
            <a:stretch>
              <a:fillRect l="0" t="0" r="0" b="0"/>
            </a:stretch>
          </a:blipFill>
        </p:spPr>
      </p:sp>
      <p:sp>
        <p:nvSpPr>
          <p:cNvPr name="Freeform 19" id="19"/>
          <p:cNvSpPr/>
          <p:nvPr/>
        </p:nvSpPr>
        <p:spPr>
          <a:xfrm flipH="false" flipV="false" rot="0">
            <a:off x="16874731" y="1028700"/>
            <a:ext cx="4384930" cy="1530739"/>
          </a:xfrm>
          <a:custGeom>
            <a:avLst/>
            <a:gdLst/>
            <a:ahLst/>
            <a:cxnLst/>
            <a:rect r="r" b="b" t="t" l="l"/>
            <a:pathLst>
              <a:path h="1530739" w="4384930">
                <a:moveTo>
                  <a:pt x="0" y="0"/>
                </a:moveTo>
                <a:lnTo>
                  <a:pt x="4384931" y="0"/>
                </a:lnTo>
                <a:lnTo>
                  <a:pt x="4384931" y="1530739"/>
                </a:lnTo>
                <a:lnTo>
                  <a:pt x="0" y="153073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false" rot="0">
            <a:off x="11583933" y="2965855"/>
            <a:ext cx="4325833" cy="770785"/>
          </a:xfrm>
          <a:custGeom>
            <a:avLst/>
            <a:gdLst/>
            <a:ahLst/>
            <a:cxnLst/>
            <a:rect r="r" b="b" t="t" l="l"/>
            <a:pathLst>
              <a:path h="770785" w="4325833">
                <a:moveTo>
                  <a:pt x="0" y="0"/>
                </a:moveTo>
                <a:lnTo>
                  <a:pt x="4325832" y="0"/>
                </a:lnTo>
                <a:lnTo>
                  <a:pt x="4325832" y="770785"/>
                </a:lnTo>
                <a:lnTo>
                  <a:pt x="0" y="77078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1" id="21"/>
          <p:cNvGrpSpPr/>
          <p:nvPr/>
        </p:nvGrpSpPr>
        <p:grpSpPr>
          <a:xfrm rot="0">
            <a:off x="2035035" y="3796434"/>
            <a:ext cx="473178" cy="473178"/>
            <a:chOff x="0" y="0"/>
            <a:chExt cx="567464" cy="567464"/>
          </a:xfrm>
        </p:grpSpPr>
        <p:sp>
          <p:nvSpPr>
            <p:cNvPr name="Freeform 22" id="22"/>
            <p:cNvSpPr/>
            <p:nvPr/>
          </p:nvSpPr>
          <p:spPr>
            <a:xfrm flipH="false" flipV="false" rot="0">
              <a:off x="0" y="0"/>
              <a:ext cx="567464" cy="567464"/>
            </a:xfrm>
            <a:custGeom>
              <a:avLst/>
              <a:gdLst/>
              <a:ahLst/>
              <a:cxnLst/>
              <a:rect r="r" b="b" t="t" l="l"/>
              <a:pathLst>
                <a:path h="567464" w="567464">
                  <a:moveTo>
                    <a:pt x="0" y="0"/>
                  </a:moveTo>
                  <a:lnTo>
                    <a:pt x="567464" y="0"/>
                  </a:lnTo>
                  <a:lnTo>
                    <a:pt x="567464" y="567464"/>
                  </a:lnTo>
                  <a:lnTo>
                    <a:pt x="0" y="567464"/>
                  </a:lnTo>
                  <a:close/>
                </a:path>
              </a:pathLst>
            </a:custGeom>
            <a:solidFill>
              <a:srgbClr val="FF66C4"/>
            </a:solidFill>
          </p:spPr>
        </p:sp>
        <p:sp>
          <p:nvSpPr>
            <p:cNvPr name="TextBox 23" id="23"/>
            <p:cNvSpPr txBox="true"/>
            <p:nvPr/>
          </p:nvSpPr>
          <p:spPr>
            <a:xfrm>
              <a:off x="0" y="-47625"/>
              <a:ext cx="567464" cy="615089"/>
            </a:xfrm>
            <a:prstGeom prst="rect">
              <a:avLst/>
            </a:prstGeom>
          </p:spPr>
          <p:txBody>
            <a:bodyPr anchor="ctr" rtlCol="false" tIns="50800" lIns="50800" bIns="50800" rIns="50800"/>
            <a:lstStyle/>
            <a:p>
              <a:pPr algn="ctr">
                <a:lnSpc>
                  <a:spcPts val="2239"/>
                </a:lnSpc>
              </a:pPr>
            </a:p>
          </p:txBody>
        </p:sp>
      </p:grpSp>
      <p:grpSp>
        <p:nvGrpSpPr>
          <p:cNvPr name="Group 24" id="24"/>
          <p:cNvGrpSpPr/>
          <p:nvPr/>
        </p:nvGrpSpPr>
        <p:grpSpPr>
          <a:xfrm rot="0">
            <a:off x="2080900" y="6168093"/>
            <a:ext cx="473178" cy="475380"/>
            <a:chOff x="0" y="0"/>
            <a:chExt cx="567464" cy="570105"/>
          </a:xfrm>
        </p:grpSpPr>
        <p:sp>
          <p:nvSpPr>
            <p:cNvPr name="Freeform 25" id="25"/>
            <p:cNvSpPr/>
            <p:nvPr/>
          </p:nvSpPr>
          <p:spPr>
            <a:xfrm flipH="false" flipV="false" rot="0">
              <a:off x="0" y="0"/>
              <a:ext cx="567464" cy="570105"/>
            </a:xfrm>
            <a:custGeom>
              <a:avLst/>
              <a:gdLst/>
              <a:ahLst/>
              <a:cxnLst/>
              <a:rect r="r" b="b" t="t" l="l"/>
              <a:pathLst>
                <a:path h="570105" w="567464">
                  <a:moveTo>
                    <a:pt x="0" y="0"/>
                  </a:moveTo>
                  <a:lnTo>
                    <a:pt x="567464" y="0"/>
                  </a:lnTo>
                  <a:lnTo>
                    <a:pt x="567464" y="570105"/>
                  </a:lnTo>
                  <a:lnTo>
                    <a:pt x="0" y="570105"/>
                  </a:lnTo>
                  <a:close/>
                </a:path>
              </a:pathLst>
            </a:custGeom>
            <a:solidFill>
              <a:srgbClr val="CB6CE6"/>
            </a:solidFill>
          </p:spPr>
        </p:sp>
        <p:sp>
          <p:nvSpPr>
            <p:cNvPr name="TextBox 26" id="26"/>
            <p:cNvSpPr txBox="true"/>
            <p:nvPr/>
          </p:nvSpPr>
          <p:spPr>
            <a:xfrm>
              <a:off x="0" y="-47625"/>
              <a:ext cx="567464" cy="617730"/>
            </a:xfrm>
            <a:prstGeom prst="rect">
              <a:avLst/>
            </a:prstGeom>
          </p:spPr>
          <p:txBody>
            <a:bodyPr anchor="ctr" rtlCol="false" tIns="50800" lIns="50800" bIns="50800" rIns="50800"/>
            <a:lstStyle/>
            <a:p>
              <a:pPr algn="ctr">
                <a:lnSpc>
                  <a:spcPts val="2239"/>
                </a:lnSpc>
              </a:pPr>
            </a:p>
          </p:txBody>
        </p:sp>
      </p:grpSp>
      <p:grpSp>
        <p:nvGrpSpPr>
          <p:cNvPr name="Group 27" id="27"/>
          <p:cNvGrpSpPr/>
          <p:nvPr/>
        </p:nvGrpSpPr>
        <p:grpSpPr>
          <a:xfrm rot="0">
            <a:off x="2092366" y="6957797"/>
            <a:ext cx="473178" cy="475380"/>
            <a:chOff x="0" y="0"/>
            <a:chExt cx="567464" cy="570105"/>
          </a:xfrm>
        </p:grpSpPr>
        <p:sp>
          <p:nvSpPr>
            <p:cNvPr name="Freeform 28" id="28"/>
            <p:cNvSpPr/>
            <p:nvPr/>
          </p:nvSpPr>
          <p:spPr>
            <a:xfrm flipH="false" flipV="false" rot="0">
              <a:off x="0" y="0"/>
              <a:ext cx="567464" cy="570105"/>
            </a:xfrm>
            <a:custGeom>
              <a:avLst/>
              <a:gdLst/>
              <a:ahLst/>
              <a:cxnLst/>
              <a:rect r="r" b="b" t="t" l="l"/>
              <a:pathLst>
                <a:path h="570105" w="567464">
                  <a:moveTo>
                    <a:pt x="0" y="0"/>
                  </a:moveTo>
                  <a:lnTo>
                    <a:pt x="567464" y="0"/>
                  </a:lnTo>
                  <a:lnTo>
                    <a:pt x="567464" y="570105"/>
                  </a:lnTo>
                  <a:lnTo>
                    <a:pt x="0" y="570105"/>
                  </a:lnTo>
                  <a:close/>
                </a:path>
              </a:pathLst>
            </a:custGeom>
            <a:solidFill>
              <a:srgbClr val="8C52FF"/>
            </a:solidFill>
          </p:spPr>
        </p:sp>
        <p:sp>
          <p:nvSpPr>
            <p:cNvPr name="TextBox 29" id="29"/>
            <p:cNvSpPr txBox="true"/>
            <p:nvPr/>
          </p:nvSpPr>
          <p:spPr>
            <a:xfrm>
              <a:off x="0" y="-47625"/>
              <a:ext cx="567464" cy="617730"/>
            </a:xfrm>
            <a:prstGeom prst="rect">
              <a:avLst/>
            </a:prstGeom>
          </p:spPr>
          <p:txBody>
            <a:bodyPr anchor="ctr" rtlCol="false" tIns="50800" lIns="50800" bIns="50800" rIns="50800"/>
            <a:lstStyle/>
            <a:p>
              <a:pPr algn="ctr">
                <a:lnSpc>
                  <a:spcPts val="2239"/>
                </a:lnSpc>
              </a:pPr>
            </a:p>
          </p:txBody>
        </p:sp>
      </p:grpSp>
      <p:sp>
        <p:nvSpPr>
          <p:cNvPr name="Freeform 30" id="30"/>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8"/>
            <a:stretch>
              <a:fillRect l="0" t="0" r="0" b="0"/>
            </a:stretch>
          </a:blipFill>
        </p:spPr>
      </p:sp>
      <p:sp>
        <p:nvSpPr>
          <p:cNvPr name="TextBox 31" id="31"/>
          <p:cNvSpPr txBox="true"/>
          <p:nvPr/>
        </p:nvSpPr>
        <p:spPr>
          <a:xfrm rot="0">
            <a:off x="2057968" y="4868299"/>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03</a:t>
            </a:r>
          </a:p>
        </p:txBody>
      </p:sp>
      <p:sp>
        <p:nvSpPr>
          <p:cNvPr name="TextBox 32" id="32"/>
          <p:cNvSpPr txBox="true"/>
          <p:nvPr/>
        </p:nvSpPr>
        <p:spPr>
          <a:xfrm rot="0">
            <a:off x="3592151" y="1648215"/>
            <a:ext cx="64988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MECÂNICAS</a:t>
            </a:r>
          </a:p>
        </p:txBody>
      </p:sp>
      <p:sp>
        <p:nvSpPr>
          <p:cNvPr name="TextBox 33" id="33"/>
          <p:cNvSpPr txBox="true"/>
          <p:nvPr/>
        </p:nvSpPr>
        <p:spPr>
          <a:xfrm rot="0">
            <a:off x="2900614" y="4735533"/>
            <a:ext cx="7543200" cy="1253490"/>
          </a:xfrm>
          <a:prstGeom prst="rect">
            <a:avLst/>
          </a:prstGeom>
        </p:spPr>
        <p:txBody>
          <a:bodyPr anchor="t" rtlCol="false" tIns="0" lIns="0" bIns="0" rIns="0">
            <a:spAutoFit/>
          </a:bodyPr>
          <a:lstStyle/>
          <a:p>
            <a:pPr algn="just">
              <a:lnSpc>
                <a:spcPts val="3359"/>
              </a:lnSpc>
              <a:spcBef>
                <a:spcPct val="0"/>
              </a:spcBef>
            </a:pPr>
            <a:r>
              <a:rPr lang="en-US" sz="2400">
                <a:solidFill>
                  <a:srgbClr val="FFFFFF"/>
                </a:solidFill>
                <a:latin typeface="Roboto"/>
                <a:ea typeface="Roboto"/>
                <a:cs typeface="Roboto"/>
                <a:sym typeface="Roboto"/>
              </a:rPr>
              <a:t>Ao final de cada turno aconteceram eventos aleatórios, cujo qual acarretaram em consequências positivas ou negativas</a:t>
            </a:r>
          </a:p>
        </p:txBody>
      </p:sp>
      <p:sp>
        <p:nvSpPr>
          <p:cNvPr name="TextBox 34" id="34"/>
          <p:cNvSpPr txBox="true"/>
          <p:nvPr/>
        </p:nvSpPr>
        <p:spPr>
          <a:xfrm rot="0">
            <a:off x="2035035" y="3035017"/>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01</a:t>
            </a:r>
          </a:p>
        </p:txBody>
      </p:sp>
      <p:sp>
        <p:nvSpPr>
          <p:cNvPr name="TextBox 35" id="35"/>
          <p:cNvSpPr txBox="true"/>
          <p:nvPr/>
        </p:nvSpPr>
        <p:spPr>
          <a:xfrm rot="0">
            <a:off x="2900614" y="2955222"/>
            <a:ext cx="7324009" cy="415290"/>
          </a:xfrm>
          <a:prstGeom prst="rect">
            <a:avLst/>
          </a:prstGeom>
        </p:spPr>
        <p:txBody>
          <a:bodyPr anchor="t" rtlCol="false" tIns="0" lIns="0" bIns="0" rIns="0">
            <a:spAutoFit/>
          </a:bodyPr>
          <a:lstStyle/>
          <a:p>
            <a:pPr algn="just">
              <a:lnSpc>
                <a:spcPts val="3359"/>
              </a:lnSpc>
              <a:spcBef>
                <a:spcPct val="0"/>
              </a:spcBef>
            </a:pPr>
            <a:r>
              <a:rPr lang="en-US" sz="2400">
                <a:solidFill>
                  <a:srgbClr val="FFFFFF"/>
                </a:solidFill>
                <a:latin typeface="Roboto"/>
                <a:ea typeface="Roboto"/>
                <a:cs typeface="Roboto"/>
                <a:sym typeface="Roboto"/>
              </a:rPr>
              <a:t>Ao ganhar uma batalha você recebera moedas e itens</a:t>
            </a:r>
          </a:p>
        </p:txBody>
      </p:sp>
      <p:sp>
        <p:nvSpPr>
          <p:cNvPr name="TextBox 36" id="36"/>
          <p:cNvSpPr txBox="true"/>
          <p:nvPr/>
        </p:nvSpPr>
        <p:spPr>
          <a:xfrm rot="0">
            <a:off x="2900614" y="3700947"/>
            <a:ext cx="7324009" cy="834390"/>
          </a:xfrm>
          <a:prstGeom prst="rect">
            <a:avLst/>
          </a:prstGeom>
        </p:spPr>
        <p:txBody>
          <a:bodyPr anchor="t" rtlCol="false" tIns="0" lIns="0" bIns="0" rIns="0">
            <a:spAutoFit/>
          </a:bodyPr>
          <a:lstStyle/>
          <a:p>
            <a:pPr algn="just">
              <a:lnSpc>
                <a:spcPts val="3359"/>
              </a:lnSpc>
              <a:spcBef>
                <a:spcPct val="0"/>
              </a:spcBef>
            </a:pPr>
            <a:r>
              <a:rPr lang="en-US" sz="2400">
                <a:solidFill>
                  <a:srgbClr val="FFFFFF"/>
                </a:solidFill>
                <a:latin typeface="Roboto"/>
                <a:ea typeface="Roboto"/>
                <a:cs typeface="Roboto"/>
                <a:sym typeface="Roboto"/>
              </a:rPr>
              <a:t>Após ganhar uma batalha você terá 5 turnos para se preparar para a próxima batalha</a:t>
            </a:r>
          </a:p>
        </p:txBody>
      </p:sp>
      <p:sp>
        <p:nvSpPr>
          <p:cNvPr name="TextBox 37" id="37"/>
          <p:cNvSpPr txBox="true"/>
          <p:nvPr/>
        </p:nvSpPr>
        <p:spPr>
          <a:xfrm rot="0">
            <a:off x="2012103" y="3851095"/>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02</a:t>
            </a:r>
          </a:p>
        </p:txBody>
      </p:sp>
      <p:sp>
        <p:nvSpPr>
          <p:cNvPr name="TextBox 38" id="38"/>
          <p:cNvSpPr txBox="true"/>
          <p:nvPr/>
        </p:nvSpPr>
        <p:spPr>
          <a:xfrm rot="0">
            <a:off x="2080900" y="6223855"/>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04</a:t>
            </a:r>
          </a:p>
        </p:txBody>
      </p:sp>
      <p:sp>
        <p:nvSpPr>
          <p:cNvPr name="TextBox 39" id="39"/>
          <p:cNvSpPr txBox="true"/>
          <p:nvPr/>
        </p:nvSpPr>
        <p:spPr>
          <a:xfrm rot="0">
            <a:off x="2914725" y="6897872"/>
            <a:ext cx="7025273" cy="834390"/>
          </a:xfrm>
          <a:prstGeom prst="rect">
            <a:avLst/>
          </a:prstGeom>
        </p:spPr>
        <p:txBody>
          <a:bodyPr anchor="t" rtlCol="false" tIns="0" lIns="0" bIns="0" rIns="0">
            <a:spAutoFit/>
          </a:bodyPr>
          <a:lstStyle/>
          <a:p>
            <a:pPr algn="just">
              <a:lnSpc>
                <a:spcPts val="3359"/>
              </a:lnSpc>
              <a:spcBef>
                <a:spcPct val="0"/>
              </a:spcBef>
            </a:pPr>
            <a:r>
              <a:rPr lang="en-US" sz="2399">
                <a:solidFill>
                  <a:srgbClr val="FFFFFF"/>
                </a:solidFill>
                <a:latin typeface="Roboto"/>
                <a:ea typeface="Roboto"/>
                <a:cs typeface="Roboto"/>
                <a:sym typeface="Roboto"/>
              </a:rPr>
              <a:t>A cada dia terá uma loja onde venderam itens e mandinhos</a:t>
            </a:r>
          </a:p>
        </p:txBody>
      </p:sp>
      <p:sp>
        <p:nvSpPr>
          <p:cNvPr name="TextBox 40" id="40"/>
          <p:cNvSpPr txBox="true"/>
          <p:nvPr/>
        </p:nvSpPr>
        <p:spPr>
          <a:xfrm rot="0">
            <a:off x="2069434" y="7005422"/>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05</a:t>
            </a:r>
          </a:p>
        </p:txBody>
      </p:sp>
      <p:sp>
        <p:nvSpPr>
          <p:cNvPr name="TextBox 41" id="41"/>
          <p:cNvSpPr txBox="true"/>
          <p:nvPr/>
        </p:nvSpPr>
        <p:spPr>
          <a:xfrm rot="0">
            <a:off x="2914725" y="6110943"/>
            <a:ext cx="7025273" cy="415290"/>
          </a:xfrm>
          <a:prstGeom prst="rect">
            <a:avLst/>
          </a:prstGeom>
        </p:spPr>
        <p:txBody>
          <a:bodyPr anchor="t" rtlCol="false" tIns="0" lIns="0" bIns="0" rIns="0">
            <a:spAutoFit/>
          </a:bodyPr>
          <a:lstStyle/>
          <a:p>
            <a:pPr algn="just">
              <a:lnSpc>
                <a:spcPts val="3359"/>
              </a:lnSpc>
              <a:spcBef>
                <a:spcPct val="0"/>
              </a:spcBef>
            </a:pPr>
            <a:r>
              <a:rPr lang="en-US" sz="2400">
                <a:solidFill>
                  <a:srgbClr val="FFFFFF"/>
                </a:solidFill>
                <a:latin typeface="Roboto"/>
                <a:ea typeface="Roboto"/>
                <a:cs typeface="Roboto"/>
                <a:sym typeface="Roboto"/>
              </a:rPr>
              <a:t>Ao ficar sem mandinhos o jogo reiniciara do zero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9CBD7"/>
        </a:solidFill>
      </p:bgPr>
    </p:bg>
    <p:spTree>
      <p:nvGrpSpPr>
        <p:cNvPr id="1" name=""/>
        <p:cNvGrpSpPr/>
        <p:nvPr/>
      </p:nvGrpSpPr>
      <p:grpSpPr>
        <a:xfrm>
          <a:off x="0" y="0"/>
          <a:ext cx="0" cy="0"/>
          <a:chOff x="0" y="0"/>
          <a:chExt cx="0" cy="0"/>
        </a:xfrm>
      </p:grpSpPr>
      <p:grpSp>
        <p:nvGrpSpPr>
          <p:cNvPr name="Group 2" id="2"/>
          <p:cNvGrpSpPr/>
          <p:nvPr/>
        </p:nvGrpSpPr>
        <p:grpSpPr>
          <a:xfrm rot="0">
            <a:off x="-26536" y="5270492"/>
            <a:ext cx="18314536" cy="5016508"/>
            <a:chOff x="0" y="0"/>
            <a:chExt cx="24419382" cy="6688677"/>
          </a:xfrm>
        </p:grpSpPr>
        <p:sp>
          <p:nvSpPr>
            <p:cNvPr name="Freeform 3" id="3"/>
            <p:cNvSpPr/>
            <p:nvPr/>
          </p:nvSpPr>
          <p:spPr>
            <a:xfrm flipH="true" flipV="false" rot="0">
              <a:off x="0" y="0"/>
              <a:ext cx="12209691" cy="6688677"/>
            </a:xfrm>
            <a:custGeom>
              <a:avLst/>
              <a:gdLst/>
              <a:ahLst/>
              <a:cxnLst/>
              <a:rect r="r" b="b" t="t" l="l"/>
              <a:pathLst>
                <a:path h="6688677" w="12209691">
                  <a:moveTo>
                    <a:pt x="12209691" y="0"/>
                  </a:moveTo>
                  <a:lnTo>
                    <a:pt x="0" y="0"/>
                  </a:lnTo>
                  <a:lnTo>
                    <a:pt x="0" y="6688677"/>
                  </a:lnTo>
                  <a:lnTo>
                    <a:pt x="12209691" y="6688677"/>
                  </a:lnTo>
                  <a:lnTo>
                    <a:pt x="12209691"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2209691" y="0"/>
              <a:ext cx="12209691" cy="6688677"/>
            </a:xfrm>
            <a:custGeom>
              <a:avLst/>
              <a:gdLst/>
              <a:ahLst/>
              <a:cxnLst/>
              <a:rect r="r" b="b" t="t" l="l"/>
              <a:pathLst>
                <a:path h="6688677" w="12209691">
                  <a:moveTo>
                    <a:pt x="12209691" y="0"/>
                  </a:moveTo>
                  <a:lnTo>
                    <a:pt x="0" y="0"/>
                  </a:lnTo>
                  <a:lnTo>
                    <a:pt x="0" y="6688677"/>
                  </a:lnTo>
                  <a:lnTo>
                    <a:pt x="12209691" y="6688677"/>
                  </a:lnTo>
                  <a:lnTo>
                    <a:pt x="12209691"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0095698" y="932611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3018218" y="-215772"/>
            <a:ext cx="2458208" cy="2458208"/>
          </a:xfrm>
          <a:custGeom>
            <a:avLst/>
            <a:gdLst/>
            <a:ahLst/>
            <a:cxnLst/>
            <a:rect r="r" b="b" t="t" l="l"/>
            <a:pathLst>
              <a:path h="2458208" w="2458208">
                <a:moveTo>
                  <a:pt x="2458207" y="0"/>
                </a:moveTo>
                <a:lnTo>
                  <a:pt x="0" y="0"/>
                </a:lnTo>
                <a:lnTo>
                  <a:pt x="0" y="2458208"/>
                </a:lnTo>
                <a:lnTo>
                  <a:pt x="2458207" y="2458208"/>
                </a:lnTo>
                <a:lnTo>
                  <a:pt x="245820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883765" y="-1334856"/>
            <a:ext cx="4727113" cy="4727113"/>
          </a:xfrm>
          <a:custGeom>
            <a:avLst/>
            <a:gdLst/>
            <a:ahLst/>
            <a:cxnLst/>
            <a:rect r="r" b="b" t="t" l="l"/>
            <a:pathLst>
              <a:path h="4727113" w="4727113">
                <a:moveTo>
                  <a:pt x="0" y="0"/>
                </a:moveTo>
                <a:lnTo>
                  <a:pt x="4727113" y="0"/>
                </a:lnTo>
                <a:lnTo>
                  <a:pt x="4727113" y="4727112"/>
                </a:lnTo>
                <a:lnTo>
                  <a:pt x="0" y="4727112"/>
                </a:lnTo>
                <a:lnTo>
                  <a:pt x="0" y="0"/>
                </a:lnTo>
                <a:close/>
              </a:path>
            </a:pathLst>
          </a:custGeom>
          <a:blipFill>
            <a:blip r:embed="rId8"/>
            <a:stretch>
              <a:fillRect l="0" t="0" r="0" b="0"/>
            </a:stretch>
          </a:blipFill>
        </p:spPr>
      </p:sp>
      <p:sp>
        <p:nvSpPr>
          <p:cNvPr name="Freeform 8" id="8"/>
          <p:cNvSpPr/>
          <p:nvPr/>
        </p:nvSpPr>
        <p:spPr>
          <a:xfrm flipH="false" flipV="false" rot="0">
            <a:off x="4418413" y="0"/>
            <a:ext cx="4384930" cy="1530739"/>
          </a:xfrm>
          <a:custGeom>
            <a:avLst/>
            <a:gdLst/>
            <a:ahLst/>
            <a:cxnLst/>
            <a:rect r="r" b="b" t="t" l="l"/>
            <a:pathLst>
              <a:path h="1530739" w="4384930">
                <a:moveTo>
                  <a:pt x="0" y="0"/>
                </a:moveTo>
                <a:lnTo>
                  <a:pt x="4384930" y="0"/>
                </a:lnTo>
                <a:lnTo>
                  <a:pt x="4384930" y="1530739"/>
                </a:lnTo>
                <a:lnTo>
                  <a:pt x="0" y="15307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0" y="1471651"/>
            <a:ext cx="4325833" cy="770785"/>
          </a:xfrm>
          <a:custGeom>
            <a:avLst/>
            <a:gdLst/>
            <a:ahLst/>
            <a:cxnLst/>
            <a:rect r="r" b="b" t="t" l="l"/>
            <a:pathLst>
              <a:path h="770785" w="4325833">
                <a:moveTo>
                  <a:pt x="0" y="0"/>
                </a:moveTo>
                <a:lnTo>
                  <a:pt x="4325833" y="0"/>
                </a:lnTo>
                <a:lnTo>
                  <a:pt x="4325833" y="770785"/>
                </a:lnTo>
                <a:lnTo>
                  <a:pt x="0" y="7707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true" flipV="false" rot="0">
            <a:off x="10935587" y="5866101"/>
            <a:ext cx="2934473" cy="3815508"/>
          </a:xfrm>
          <a:custGeom>
            <a:avLst/>
            <a:gdLst/>
            <a:ahLst/>
            <a:cxnLst/>
            <a:rect r="r" b="b" t="t" l="l"/>
            <a:pathLst>
              <a:path h="3815508" w="2934473">
                <a:moveTo>
                  <a:pt x="2934473" y="0"/>
                </a:moveTo>
                <a:lnTo>
                  <a:pt x="0" y="0"/>
                </a:lnTo>
                <a:lnTo>
                  <a:pt x="0" y="3815508"/>
                </a:lnTo>
                <a:lnTo>
                  <a:pt x="2934473" y="3815508"/>
                </a:lnTo>
                <a:lnTo>
                  <a:pt x="2934473"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true" flipV="false" rot="0">
            <a:off x="13761580" y="4619974"/>
            <a:ext cx="4062896" cy="5282725"/>
          </a:xfrm>
          <a:custGeom>
            <a:avLst/>
            <a:gdLst/>
            <a:ahLst/>
            <a:cxnLst/>
            <a:rect r="r" b="b" t="t" l="l"/>
            <a:pathLst>
              <a:path h="5282725" w="4062896">
                <a:moveTo>
                  <a:pt x="4062896" y="0"/>
                </a:moveTo>
                <a:lnTo>
                  <a:pt x="0" y="0"/>
                </a:lnTo>
                <a:lnTo>
                  <a:pt x="0" y="5282725"/>
                </a:lnTo>
                <a:lnTo>
                  <a:pt x="4062896" y="5282725"/>
                </a:lnTo>
                <a:lnTo>
                  <a:pt x="4062896"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2006427" y="7778746"/>
            <a:ext cx="4009865" cy="1902863"/>
          </a:xfrm>
          <a:custGeom>
            <a:avLst/>
            <a:gdLst/>
            <a:ahLst/>
            <a:cxnLst/>
            <a:rect r="r" b="b" t="t" l="l"/>
            <a:pathLst>
              <a:path h="1902863" w="4009865">
                <a:moveTo>
                  <a:pt x="0" y="0"/>
                </a:moveTo>
                <a:lnTo>
                  <a:pt x="4009865" y="0"/>
                </a:lnTo>
                <a:lnTo>
                  <a:pt x="4009865" y="1902863"/>
                </a:lnTo>
                <a:lnTo>
                  <a:pt x="0" y="190286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3" id="13"/>
          <p:cNvSpPr/>
          <p:nvPr/>
        </p:nvSpPr>
        <p:spPr>
          <a:xfrm flipH="false" flipV="false" rot="0">
            <a:off x="13078712" y="932611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381747" y="942225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true" flipV="false" rot="0">
            <a:off x="-1686102" y="942225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false" rot="0">
            <a:off x="1792020" y="6275282"/>
            <a:ext cx="3475128" cy="4011718"/>
          </a:xfrm>
          <a:custGeom>
            <a:avLst/>
            <a:gdLst/>
            <a:ahLst/>
            <a:cxnLst/>
            <a:rect r="r" b="b" t="t" l="l"/>
            <a:pathLst>
              <a:path h="4011718" w="3475128">
                <a:moveTo>
                  <a:pt x="3475128" y="0"/>
                </a:moveTo>
                <a:lnTo>
                  <a:pt x="0" y="0"/>
                </a:lnTo>
                <a:lnTo>
                  <a:pt x="0" y="4011718"/>
                </a:lnTo>
                <a:lnTo>
                  <a:pt x="3475128" y="4011718"/>
                </a:lnTo>
                <a:lnTo>
                  <a:pt x="3475128" y="0"/>
                </a:lnTo>
                <a:close/>
              </a:path>
            </a:pathLst>
          </a:custGeom>
          <a:blipFill>
            <a:blip r:embed="rId17"/>
            <a:stretch>
              <a:fillRect l="0" t="0" r="-15440" b="0"/>
            </a:stretch>
          </a:blipFill>
        </p:spPr>
      </p:sp>
      <p:sp>
        <p:nvSpPr>
          <p:cNvPr name="Freeform 17" id="17"/>
          <p:cNvSpPr/>
          <p:nvPr/>
        </p:nvSpPr>
        <p:spPr>
          <a:xfrm flipH="false" flipV="false" rot="0">
            <a:off x="2361660" y="5866101"/>
            <a:ext cx="4686122" cy="4686122"/>
          </a:xfrm>
          <a:custGeom>
            <a:avLst/>
            <a:gdLst/>
            <a:ahLst/>
            <a:cxnLst/>
            <a:rect r="r" b="b" t="t" l="l"/>
            <a:pathLst>
              <a:path h="4686122" w="4686122">
                <a:moveTo>
                  <a:pt x="0" y="0"/>
                </a:moveTo>
                <a:lnTo>
                  <a:pt x="4686121" y="0"/>
                </a:lnTo>
                <a:lnTo>
                  <a:pt x="4686121" y="4686122"/>
                </a:lnTo>
                <a:lnTo>
                  <a:pt x="0" y="4686122"/>
                </a:lnTo>
                <a:lnTo>
                  <a:pt x="0" y="0"/>
                </a:lnTo>
                <a:close/>
              </a:path>
            </a:pathLst>
          </a:custGeom>
          <a:blipFill>
            <a:blip r:embed="rId18"/>
            <a:stretch>
              <a:fillRect l="0" t="0" r="0" b="0"/>
            </a:stretch>
          </a:blipFill>
        </p:spPr>
      </p:sp>
      <p:sp>
        <p:nvSpPr>
          <p:cNvPr name="Freeform 18" id="18"/>
          <p:cNvSpPr/>
          <p:nvPr/>
        </p:nvSpPr>
        <p:spPr>
          <a:xfrm flipH="true" flipV="false" rot="0">
            <a:off x="1401685" y="942225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true" flipV="false" rot="0">
            <a:off x="4364774" y="932611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false" rot="0">
            <a:off x="7242027" y="932611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9"/>
            <a:stretch>
              <a:fillRect l="0" t="0" r="0" b="0"/>
            </a:stretch>
          </a:blipFill>
        </p:spPr>
      </p:sp>
      <p:sp>
        <p:nvSpPr>
          <p:cNvPr name="Freeform 22" id="22"/>
          <p:cNvSpPr/>
          <p:nvPr/>
        </p:nvSpPr>
        <p:spPr>
          <a:xfrm flipH="false" flipV="false" rot="0">
            <a:off x="5769140" y="83097"/>
            <a:ext cx="1898669" cy="1447642"/>
          </a:xfrm>
          <a:custGeom>
            <a:avLst/>
            <a:gdLst/>
            <a:ahLst/>
            <a:cxnLst/>
            <a:rect r="r" b="b" t="t" l="l"/>
            <a:pathLst>
              <a:path h="1447642" w="1898669">
                <a:moveTo>
                  <a:pt x="0" y="0"/>
                </a:moveTo>
                <a:lnTo>
                  <a:pt x="1898669" y="0"/>
                </a:lnTo>
                <a:lnTo>
                  <a:pt x="1898669" y="1447642"/>
                </a:lnTo>
                <a:lnTo>
                  <a:pt x="0" y="1447642"/>
                </a:lnTo>
                <a:lnTo>
                  <a:pt x="0" y="0"/>
                </a:lnTo>
                <a:close/>
              </a:path>
            </a:pathLst>
          </a:custGeom>
          <a:blipFill>
            <a:blip r:embed="rId20"/>
            <a:stretch>
              <a:fillRect l="-17350" t="-7764" r="0" b="-7764"/>
            </a:stretch>
          </a:blipFill>
        </p:spPr>
      </p:sp>
      <p:sp>
        <p:nvSpPr>
          <p:cNvPr name="TextBox 23" id="23"/>
          <p:cNvSpPr txBox="true"/>
          <p:nvPr/>
        </p:nvSpPr>
        <p:spPr>
          <a:xfrm rot="0">
            <a:off x="1264677" y="2155699"/>
            <a:ext cx="16128690" cy="2987801"/>
          </a:xfrm>
          <a:prstGeom prst="rect">
            <a:avLst/>
          </a:prstGeom>
        </p:spPr>
        <p:txBody>
          <a:bodyPr anchor="t" rtlCol="false" tIns="0" lIns="0" bIns="0" rIns="0">
            <a:spAutoFit/>
          </a:bodyPr>
          <a:lstStyle/>
          <a:p>
            <a:pPr algn="ctr">
              <a:lnSpc>
                <a:spcPts val="23322"/>
              </a:lnSpc>
            </a:pPr>
            <a:r>
              <a:rPr lang="en-US" sz="16658" spc="16">
                <a:solidFill>
                  <a:srgbClr val="FFFFFF"/>
                </a:solidFill>
                <a:latin typeface="Arcade Gamer"/>
                <a:ea typeface="Arcade Gamer"/>
                <a:cs typeface="Arcade Gamer"/>
                <a:sym typeface="Arcade Gamer"/>
              </a:rPr>
              <a:t>OBRIGADO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DAHUkYKxDeA</dc:identifier>
  <dcterms:modified xsi:type="dcterms:W3CDTF">2011-08-01T06:04:30Z</dcterms:modified>
  <cp:revision>1</cp:revision>
  <dc:title>Lorem ipsum dolor sit amet, consectetur adipiscing elit, sed do eiusmod tempor incididunt ut labore et dolore magna aliqua. Ut enim ad minim veniam, quis nostrud exercitation ullamco laboris nisi ut aliquip ex ea commodo consequat. Duis aute irure dolor</dc:title>
</cp:coreProperties>
</file>